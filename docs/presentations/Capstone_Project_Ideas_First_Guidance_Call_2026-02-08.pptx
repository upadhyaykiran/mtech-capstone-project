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1" r:id="rId20"/>
  </p:sldIdLst>
  <p:sldSz cx="9144000" cy="5143500" type="screen16x9"/>
  <p:notesSz cx="6858000" cy="9144000"/>
  <p:embeddedFontLst>
    <p:embeddedFont>
      <p:font typeface="Overpass" panose="020B0604020202020204" charset="0"/>
      <p:regular r:id="rId21"/>
      <p:bold r:id="rId22"/>
      <p:boldItalic r:id="rId23"/>
    </p:embeddedFont>
    <p:embeddedFont>
      <p:font typeface="Rozha One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6777000" y="485460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0;p2"/>
          <p:cNvSpPr/>
          <p:nvPr/>
        </p:nvSpPr>
        <p:spPr>
          <a:xfrm>
            <a:off x="6777000" y="491868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1;p2"/>
          <p:cNvSpPr/>
          <p:nvPr/>
        </p:nvSpPr>
        <p:spPr>
          <a:xfrm>
            <a:off x="6777000" y="498276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2;p2"/>
          <p:cNvSpPr/>
          <p:nvPr/>
        </p:nvSpPr>
        <p:spPr>
          <a:xfrm>
            <a:off x="6777000" y="504648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13;p2"/>
          <p:cNvSpPr/>
          <p:nvPr/>
        </p:nvSpPr>
        <p:spPr>
          <a:xfrm>
            <a:off x="6777000" y="5111280"/>
            <a:ext cx="696240" cy="31320"/>
          </a:xfrm>
          <a:custGeom>
            <a:avLst/>
            <a:gdLst>
              <a:gd name="textAreaLeft" fmla="*/ 0 w 696240"/>
              <a:gd name="textAreaRight" fmla="*/ 696600 w 69624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7841" h="775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4;p2"/>
          <p:cNvSpPr/>
          <p:nvPr/>
        </p:nvSpPr>
        <p:spPr>
          <a:xfrm>
            <a:off x="6777000" y="479052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15;p2"/>
          <p:cNvSpPr/>
          <p:nvPr/>
        </p:nvSpPr>
        <p:spPr>
          <a:xfrm>
            <a:off x="7745400" y="360"/>
            <a:ext cx="704160" cy="703800"/>
          </a:xfrm>
          <a:custGeom>
            <a:avLst/>
            <a:gdLst>
              <a:gd name="textAreaLeft" fmla="*/ 0 w 704160"/>
              <a:gd name="textAreaRight" fmla="*/ 704520 w 70416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16;p2"/>
          <p:cNvSpPr/>
          <p:nvPr/>
        </p:nvSpPr>
        <p:spPr>
          <a:xfrm>
            <a:off x="7746120" y="1080"/>
            <a:ext cx="702720" cy="702720"/>
          </a:xfrm>
          <a:custGeom>
            <a:avLst/>
            <a:gdLst>
              <a:gd name="textAreaLeft" fmla="*/ 0 w 702720"/>
              <a:gd name="textAreaRight" fmla="*/ 703080 w 70272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18004" h="18003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17;p2"/>
          <p:cNvSpPr/>
          <p:nvPr/>
        </p:nvSpPr>
        <p:spPr>
          <a:xfrm>
            <a:off x="7845840" y="122400"/>
            <a:ext cx="504720" cy="460080"/>
          </a:xfrm>
          <a:custGeom>
            <a:avLst/>
            <a:gdLst>
              <a:gd name="textAreaLeft" fmla="*/ 0 w 504720"/>
              <a:gd name="textAreaRight" fmla="*/ 505080 w 504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2933" h="11792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8;p2"/>
          <p:cNvSpPr/>
          <p:nvPr/>
        </p:nvSpPr>
        <p:spPr>
          <a:xfrm rot="10800000">
            <a:off x="8802720" y="443952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9;p2"/>
          <p:cNvSpPr/>
          <p:nvPr/>
        </p:nvSpPr>
        <p:spPr>
          <a:xfrm rot="10800000">
            <a:off x="8449560" y="443952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20;p2"/>
          <p:cNvSpPr/>
          <p:nvPr/>
        </p:nvSpPr>
        <p:spPr>
          <a:xfrm rot="10800000">
            <a:off x="8734680" y="472392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1;p2"/>
          <p:cNvSpPr/>
          <p:nvPr/>
        </p:nvSpPr>
        <p:spPr>
          <a:xfrm rot="10800000">
            <a:off x="8885160" y="4723920"/>
            <a:ext cx="134280" cy="134280"/>
          </a:xfrm>
          <a:custGeom>
            <a:avLst/>
            <a:gdLst>
              <a:gd name="textAreaLeft" fmla="*/ 0 w 134280"/>
              <a:gd name="textAreaRight" fmla="*/ 13464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2;p2"/>
          <p:cNvSpPr/>
          <p:nvPr/>
        </p:nvSpPr>
        <p:spPr>
          <a:xfrm rot="10800000">
            <a:off x="8586360" y="472392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3;p2"/>
          <p:cNvSpPr/>
          <p:nvPr/>
        </p:nvSpPr>
        <p:spPr>
          <a:xfrm rot="10800000">
            <a:off x="852228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4;p2"/>
          <p:cNvSpPr/>
          <p:nvPr/>
        </p:nvSpPr>
        <p:spPr>
          <a:xfrm rot="10800000">
            <a:off x="864612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5;p2"/>
          <p:cNvSpPr/>
          <p:nvPr/>
        </p:nvSpPr>
        <p:spPr>
          <a:xfrm rot="10800000">
            <a:off x="877032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9027000" y="119052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9027000" y="10854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9027000" y="9795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9027000" y="8740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9027000" y="7689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1;p2"/>
          <p:cNvSpPr/>
          <p:nvPr/>
        </p:nvSpPr>
        <p:spPr>
          <a:xfrm rot="10800000">
            <a:off x="8894160" y="43185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2;p2"/>
          <p:cNvSpPr/>
          <p:nvPr/>
        </p:nvSpPr>
        <p:spPr>
          <a:xfrm>
            <a:off x="8903160" y="11905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3;p2"/>
          <p:cNvSpPr/>
          <p:nvPr/>
        </p:nvSpPr>
        <p:spPr>
          <a:xfrm>
            <a:off x="8903160" y="1085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4;p2"/>
          <p:cNvSpPr/>
          <p:nvPr/>
        </p:nvSpPr>
        <p:spPr>
          <a:xfrm>
            <a:off x="8903160" y="979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5;p2"/>
          <p:cNvSpPr/>
          <p:nvPr/>
        </p:nvSpPr>
        <p:spPr>
          <a:xfrm>
            <a:off x="8903160" y="8740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36;p2"/>
          <p:cNvSpPr/>
          <p:nvPr/>
        </p:nvSpPr>
        <p:spPr>
          <a:xfrm>
            <a:off x="8903160" y="7689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7;p2"/>
          <p:cNvSpPr/>
          <p:nvPr/>
        </p:nvSpPr>
        <p:spPr>
          <a:xfrm rot="10800000">
            <a:off x="901800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38;p2"/>
          <p:cNvSpPr/>
          <p:nvPr/>
        </p:nvSpPr>
        <p:spPr>
          <a:xfrm rot="10800000">
            <a:off x="8097480" y="443880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39;p2"/>
          <p:cNvSpPr/>
          <p:nvPr/>
        </p:nvSpPr>
        <p:spPr>
          <a:xfrm rot="10800000">
            <a:off x="7745400" y="443880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0;p2"/>
          <p:cNvSpPr/>
          <p:nvPr/>
        </p:nvSpPr>
        <p:spPr>
          <a:xfrm rot="10800000">
            <a:off x="7745400" y="479052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1;p2"/>
          <p:cNvSpPr/>
          <p:nvPr/>
        </p:nvSpPr>
        <p:spPr>
          <a:xfrm>
            <a:off x="8449560" y="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42;p2"/>
          <p:cNvSpPr/>
          <p:nvPr/>
        </p:nvSpPr>
        <p:spPr>
          <a:xfrm>
            <a:off x="8449560" y="612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3;p2"/>
          <p:cNvSpPr/>
          <p:nvPr/>
        </p:nvSpPr>
        <p:spPr>
          <a:xfrm>
            <a:off x="8449920" y="1224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4;p2"/>
          <p:cNvSpPr/>
          <p:nvPr/>
        </p:nvSpPr>
        <p:spPr>
          <a:xfrm>
            <a:off x="8449920" y="1839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45;p2"/>
          <p:cNvSpPr/>
          <p:nvPr/>
        </p:nvSpPr>
        <p:spPr>
          <a:xfrm>
            <a:off x="8449920" y="2448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46;p2"/>
          <p:cNvSpPr/>
          <p:nvPr/>
        </p:nvSpPr>
        <p:spPr>
          <a:xfrm>
            <a:off x="8449920" y="3060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47;p2"/>
          <p:cNvSpPr/>
          <p:nvPr/>
        </p:nvSpPr>
        <p:spPr>
          <a:xfrm>
            <a:off x="8449920" y="3675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48;p2"/>
          <p:cNvSpPr/>
          <p:nvPr/>
        </p:nvSpPr>
        <p:spPr>
          <a:xfrm>
            <a:off x="8449920" y="4287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49;p2"/>
          <p:cNvSpPr/>
          <p:nvPr/>
        </p:nvSpPr>
        <p:spPr>
          <a:xfrm>
            <a:off x="8449920" y="4899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0;p2"/>
          <p:cNvSpPr/>
          <p:nvPr/>
        </p:nvSpPr>
        <p:spPr>
          <a:xfrm>
            <a:off x="8449920" y="5511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1;p2"/>
          <p:cNvSpPr/>
          <p:nvPr/>
        </p:nvSpPr>
        <p:spPr>
          <a:xfrm>
            <a:off x="8449920" y="612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2;p2"/>
          <p:cNvSpPr/>
          <p:nvPr/>
        </p:nvSpPr>
        <p:spPr>
          <a:xfrm>
            <a:off x="8449920" y="6735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3;p2"/>
          <p:cNvSpPr/>
          <p:nvPr/>
        </p:nvSpPr>
        <p:spPr>
          <a:xfrm>
            <a:off x="7040520" y="360"/>
            <a:ext cx="704160" cy="352080"/>
          </a:xfrm>
          <a:custGeom>
            <a:avLst/>
            <a:gdLst>
              <a:gd name="textAreaLeft" fmla="*/ 0 w 704160"/>
              <a:gd name="textAreaRight" fmla="*/ 70452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4;p2"/>
          <p:cNvSpPr/>
          <p:nvPr/>
        </p:nvSpPr>
        <p:spPr>
          <a:xfrm>
            <a:off x="7568280" y="334440"/>
            <a:ext cx="360" cy="17640"/>
          </a:xfrm>
          <a:custGeom>
            <a:avLst/>
            <a:gdLst>
              <a:gd name="textAreaLeft" fmla="*/ 0 w 360"/>
              <a:gd name="textAreaRight" fmla="*/ 720 w 36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1" h="460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55;p2"/>
          <p:cNvSpPr/>
          <p:nvPr/>
        </p:nvSpPr>
        <p:spPr>
          <a:xfrm rot="10800000">
            <a:off x="7040160" y="4790520"/>
            <a:ext cx="703800" cy="351720"/>
          </a:xfrm>
          <a:custGeom>
            <a:avLst/>
            <a:gdLst>
              <a:gd name="textAreaLeft" fmla="*/ 0 w 703800"/>
              <a:gd name="textAreaRight" fmla="*/ 704160 w 70380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18034" h="9012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56;p2"/>
          <p:cNvSpPr/>
          <p:nvPr/>
        </p:nvSpPr>
        <p:spPr>
          <a:xfrm rot="10800000">
            <a:off x="8097480" y="47919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268440" y="1677240"/>
            <a:ext cx="5161680" cy="135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IN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8440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891;p20"/>
          <p:cNvSpPr/>
          <p:nvPr/>
        </p:nvSpPr>
        <p:spPr>
          <a:xfrm>
            <a:off x="7005960" y="2160"/>
            <a:ext cx="852480" cy="572400"/>
          </a:xfrm>
          <a:custGeom>
            <a:avLst/>
            <a:gdLst>
              <a:gd name="textAreaLeft" fmla="*/ 0 w 852480"/>
              <a:gd name="textAreaRight" fmla="*/ 852840 w 852480"/>
              <a:gd name="textAreaTop" fmla="*/ 0 h 572400"/>
              <a:gd name="textAreaBottom" fmla="*/ 572760 h 572400"/>
            </a:gdLst>
            <a:ahLst/>
            <a:cxnLst/>
            <a:rect l="textAreaLeft" t="textAreaTop" r="textAreaRight" b="textAreaBottom"/>
            <a:pathLst>
              <a:path w="26852" h="18034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892;p20"/>
          <p:cNvSpPr/>
          <p:nvPr/>
        </p:nvSpPr>
        <p:spPr>
          <a:xfrm>
            <a:off x="7147440" y="144720"/>
            <a:ext cx="285480" cy="286200"/>
          </a:xfrm>
          <a:custGeom>
            <a:avLst/>
            <a:gdLst>
              <a:gd name="textAreaLeft" fmla="*/ 0 w 285480"/>
              <a:gd name="textAreaRight" fmla="*/ 285840 w 285480"/>
              <a:gd name="textAreaTop" fmla="*/ 0 h 286200"/>
              <a:gd name="textAreaBottom" fmla="*/ 286560 h 286200"/>
            </a:gdLst>
            <a:ahLst/>
            <a:cxnLst/>
            <a:rect l="textAreaLeft" t="textAreaTop" r="textAreaRight" b="textAreaBottom"/>
            <a:pathLst>
              <a:path w="9002" h="9023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893;p20"/>
          <p:cNvSpPr/>
          <p:nvPr/>
        </p:nvSpPr>
        <p:spPr>
          <a:xfrm>
            <a:off x="8436240" y="-8640"/>
            <a:ext cx="703800" cy="703800"/>
          </a:xfrm>
          <a:custGeom>
            <a:avLst/>
            <a:gdLst>
              <a:gd name="textAreaLeft" fmla="*/ 0 w 703800"/>
              <a:gd name="textAreaRight" fmla="*/ 704160 w 70380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34" h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894;p20"/>
          <p:cNvSpPr/>
          <p:nvPr/>
        </p:nvSpPr>
        <p:spPr>
          <a:xfrm>
            <a:off x="8788320" y="34380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3" h="9022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895;p20"/>
          <p:cNvSpPr/>
          <p:nvPr/>
        </p:nvSpPr>
        <p:spPr>
          <a:xfrm>
            <a:off x="8436240" y="-8640"/>
            <a:ext cx="350640" cy="351000"/>
          </a:xfrm>
          <a:custGeom>
            <a:avLst/>
            <a:gdLst>
              <a:gd name="textAreaLeft" fmla="*/ 0 w 350640"/>
              <a:gd name="textAreaRight" fmla="*/ 351000 w 350640"/>
              <a:gd name="textAreaTop" fmla="*/ 0 h 351000"/>
              <a:gd name="textAreaBottom" fmla="*/ 351360 h 351000"/>
            </a:gdLst>
            <a:ahLst/>
            <a:cxnLst/>
            <a:rect l="textAreaLeft" t="textAreaTop" r="textAreaRight" b="textAreaBottom"/>
            <a:pathLst>
              <a:path w="8992" h="900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896;p20"/>
          <p:cNvSpPr/>
          <p:nvPr/>
        </p:nvSpPr>
        <p:spPr>
          <a:xfrm rot="10800000">
            <a:off x="8402760" y="696960"/>
            <a:ext cx="771480" cy="702360"/>
          </a:xfrm>
          <a:custGeom>
            <a:avLst/>
            <a:gdLst>
              <a:gd name="textAreaLeft" fmla="*/ 0 w 771480"/>
              <a:gd name="textAreaRight" fmla="*/ 77184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897;p20"/>
          <p:cNvSpPr/>
          <p:nvPr/>
        </p:nvSpPr>
        <p:spPr>
          <a:xfrm rot="10800000">
            <a:off x="8559360" y="818280"/>
            <a:ext cx="459720" cy="460080"/>
          </a:xfrm>
          <a:custGeom>
            <a:avLst/>
            <a:gdLst>
              <a:gd name="textAreaLeft" fmla="*/ 0 w 459720"/>
              <a:gd name="textAreaRight" fmla="*/ 46008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9" name="Google Shape;898;p20"/>
          <p:cNvGrpSpPr/>
          <p:nvPr/>
        </p:nvGrpSpPr>
        <p:grpSpPr>
          <a:xfrm>
            <a:off x="6460920" y="360"/>
            <a:ext cx="696240" cy="399600"/>
            <a:chOff x="6460920" y="360"/>
            <a:chExt cx="696240" cy="399600"/>
          </a:xfrm>
        </p:grpSpPr>
        <p:sp>
          <p:nvSpPr>
            <p:cNvPr id="60" name="Google Shape;899;p20"/>
            <p:cNvSpPr/>
            <p:nvPr/>
          </p:nvSpPr>
          <p:spPr>
            <a:xfrm>
              <a:off x="6460920" y="633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900;p20"/>
            <p:cNvSpPr/>
            <p:nvPr/>
          </p:nvSpPr>
          <p:spPr>
            <a:xfrm>
              <a:off x="6460920" y="1249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901;p20"/>
            <p:cNvSpPr/>
            <p:nvPr/>
          </p:nvSpPr>
          <p:spPr>
            <a:xfrm>
              <a:off x="6460920" y="1861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6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Google Shape;902;p20"/>
            <p:cNvSpPr/>
            <p:nvPr/>
          </p:nvSpPr>
          <p:spPr>
            <a:xfrm>
              <a:off x="6460920" y="2473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903;p20"/>
            <p:cNvSpPr/>
            <p:nvPr/>
          </p:nvSpPr>
          <p:spPr>
            <a:xfrm>
              <a:off x="6460920" y="3085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Google Shape;904;p20"/>
            <p:cNvSpPr/>
            <p:nvPr/>
          </p:nvSpPr>
          <p:spPr>
            <a:xfrm>
              <a:off x="6460920" y="3697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Google Shape;905;p20"/>
            <p:cNvSpPr/>
            <p:nvPr/>
          </p:nvSpPr>
          <p:spPr>
            <a:xfrm>
              <a:off x="6460920" y="3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Google Shape;906;p20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381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oogle Shape;907;p20"/>
          <p:cNvGrpSpPr/>
          <p:nvPr/>
        </p:nvGrpSpPr>
        <p:grpSpPr>
          <a:xfrm>
            <a:off x="8787960" y="1462320"/>
            <a:ext cx="352080" cy="274680"/>
            <a:chOff x="8787960" y="1462320"/>
            <a:chExt cx="352080" cy="274680"/>
          </a:xfrm>
        </p:grpSpPr>
        <p:sp>
          <p:nvSpPr>
            <p:cNvPr id="69" name="Google Shape;908;p20"/>
            <p:cNvSpPr/>
            <p:nvPr/>
          </p:nvSpPr>
          <p:spPr>
            <a:xfrm rot="10800000">
              <a:off x="8787960" y="1706760"/>
              <a:ext cx="352080" cy="3024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8024" h="785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Google Shape;909;p20"/>
            <p:cNvSpPr/>
            <p:nvPr/>
          </p:nvSpPr>
          <p:spPr>
            <a:xfrm rot="10800000">
              <a:off x="8787960" y="1645920"/>
              <a:ext cx="352080" cy="2988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8024" h="775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Google Shape;910;p20"/>
            <p:cNvSpPr/>
            <p:nvPr/>
          </p:nvSpPr>
          <p:spPr>
            <a:xfrm rot="10800000">
              <a:off x="8787960" y="1584720"/>
              <a:ext cx="352080" cy="3024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8024" h="785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Google Shape;911;p20"/>
            <p:cNvSpPr/>
            <p:nvPr/>
          </p:nvSpPr>
          <p:spPr>
            <a:xfrm rot="10800000">
              <a:off x="8787960" y="1523520"/>
              <a:ext cx="352080" cy="2988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8024" h="775">
                  <a:moveTo>
                    <a:pt x="1" y="0"/>
                  </a:moveTo>
                  <a:lnTo>
                    <a:pt x="1" y="774"/>
                  </a:lnTo>
                  <a:lnTo>
                    <a:pt x="18024" y="77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Google Shape;912;p20"/>
            <p:cNvSpPr/>
            <p:nvPr/>
          </p:nvSpPr>
          <p:spPr>
            <a:xfrm rot="10800000">
              <a:off x="8787960" y="1462320"/>
              <a:ext cx="352080" cy="30240"/>
            </a:xfrm>
            <a:custGeom>
              <a:avLst/>
              <a:gdLst>
                <a:gd name="textAreaLeft" fmla="*/ 0 w 352080"/>
                <a:gd name="textAreaRight" fmla="*/ 352440 w 35208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8024" h="785">
                  <a:moveTo>
                    <a:pt x="1" y="0"/>
                  </a:moveTo>
                  <a:lnTo>
                    <a:pt x="1" y="784"/>
                  </a:lnTo>
                  <a:lnTo>
                    <a:pt x="18024" y="784"/>
                  </a:lnTo>
                  <a:lnTo>
                    <a:pt x="18024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Google Shape;913;p20"/>
          <p:cNvSpPr/>
          <p:nvPr/>
        </p:nvSpPr>
        <p:spPr>
          <a:xfrm rot="10800000">
            <a:off x="8787960" y="1401120"/>
            <a:ext cx="352080" cy="30240"/>
          </a:xfrm>
          <a:custGeom>
            <a:avLst/>
            <a:gdLst>
              <a:gd name="textAreaLeft" fmla="*/ 0 w 352080"/>
              <a:gd name="textAreaRight" fmla="*/ 352440 w 35208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6" name="Google Shape;927;p20"/>
          <p:cNvGrpSpPr/>
          <p:nvPr/>
        </p:nvGrpSpPr>
        <p:grpSpPr>
          <a:xfrm>
            <a:off x="7858440" y="1080"/>
            <a:ext cx="572040" cy="572400"/>
            <a:chOff x="7858440" y="1080"/>
            <a:chExt cx="572040" cy="572400"/>
          </a:xfrm>
        </p:grpSpPr>
        <p:sp>
          <p:nvSpPr>
            <p:cNvPr id="77" name="Google Shape;928;p20"/>
            <p:cNvSpPr/>
            <p:nvPr/>
          </p:nvSpPr>
          <p:spPr>
            <a:xfrm>
              <a:off x="7858440" y="1080"/>
              <a:ext cx="572040" cy="572400"/>
            </a:xfrm>
            <a:custGeom>
              <a:avLst/>
              <a:gdLst>
                <a:gd name="textAreaLeft" fmla="*/ 0 w 572040"/>
                <a:gd name="textAreaRight" fmla="*/ 572400 w 572040"/>
                <a:gd name="textAreaTop" fmla="*/ 0 h 572400"/>
                <a:gd name="textAreaBottom" fmla="*/ 572760 h 572400"/>
              </a:gdLst>
              <a:ahLst/>
              <a:cxnLst/>
              <a:rect l="textAreaLeft" t="textAreaTop" r="textAreaRight" b="textAreaBottom"/>
              <a:pathLst>
                <a:path w="18024" h="18034">
                  <a:moveTo>
                    <a:pt x="8818" y="0"/>
                  </a:moveTo>
                  <a:cubicBezTo>
                    <a:pt x="8004" y="0"/>
                    <a:pt x="7352" y="652"/>
                    <a:pt x="7352" y="1466"/>
                  </a:cubicBezTo>
                  <a:cubicBezTo>
                    <a:pt x="7352" y="2349"/>
                    <a:pt x="6628" y="2933"/>
                    <a:pt x="5873" y="2933"/>
                  </a:cubicBezTo>
                  <a:cubicBezTo>
                    <a:pt x="5513" y="2933"/>
                    <a:pt x="5146" y="2801"/>
                    <a:pt x="4847" y="2505"/>
                  </a:cubicBezTo>
                  <a:cubicBezTo>
                    <a:pt x="4562" y="2215"/>
                    <a:pt x="4188" y="2070"/>
                    <a:pt x="3812" y="2070"/>
                  </a:cubicBezTo>
                  <a:cubicBezTo>
                    <a:pt x="3437" y="2070"/>
                    <a:pt x="3060" y="2215"/>
                    <a:pt x="2770" y="2505"/>
                  </a:cubicBezTo>
                  <a:lnTo>
                    <a:pt x="2495" y="2780"/>
                  </a:lnTo>
                  <a:cubicBezTo>
                    <a:pt x="1925" y="3350"/>
                    <a:pt x="1925" y="4277"/>
                    <a:pt x="2495" y="4847"/>
                  </a:cubicBezTo>
                  <a:cubicBezTo>
                    <a:pt x="3422" y="5774"/>
                    <a:pt x="2770" y="7352"/>
                    <a:pt x="1467" y="7352"/>
                  </a:cubicBezTo>
                  <a:cubicBezTo>
                    <a:pt x="652" y="7352"/>
                    <a:pt x="0" y="8014"/>
                    <a:pt x="0" y="8818"/>
                  </a:cubicBezTo>
                  <a:lnTo>
                    <a:pt x="0" y="9205"/>
                  </a:lnTo>
                  <a:cubicBezTo>
                    <a:pt x="0" y="10020"/>
                    <a:pt x="652" y="10671"/>
                    <a:pt x="1467" y="10671"/>
                  </a:cubicBezTo>
                  <a:cubicBezTo>
                    <a:pt x="2770" y="10671"/>
                    <a:pt x="3422" y="12250"/>
                    <a:pt x="2495" y="13176"/>
                  </a:cubicBezTo>
                  <a:cubicBezTo>
                    <a:pt x="1925" y="13746"/>
                    <a:pt x="1925" y="14673"/>
                    <a:pt x="2495" y="15253"/>
                  </a:cubicBezTo>
                  <a:lnTo>
                    <a:pt x="2770" y="15528"/>
                  </a:lnTo>
                  <a:cubicBezTo>
                    <a:pt x="3060" y="15813"/>
                    <a:pt x="3437" y="15956"/>
                    <a:pt x="3812" y="15956"/>
                  </a:cubicBezTo>
                  <a:cubicBezTo>
                    <a:pt x="4188" y="15956"/>
                    <a:pt x="4562" y="15813"/>
                    <a:pt x="4847" y="15528"/>
                  </a:cubicBezTo>
                  <a:cubicBezTo>
                    <a:pt x="5148" y="15228"/>
                    <a:pt x="5516" y="15094"/>
                    <a:pt x="5877" y="15094"/>
                  </a:cubicBezTo>
                  <a:cubicBezTo>
                    <a:pt x="6631" y="15094"/>
                    <a:pt x="7352" y="15679"/>
                    <a:pt x="7352" y="16567"/>
                  </a:cubicBezTo>
                  <a:cubicBezTo>
                    <a:pt x="7352" y="17371"/>
                    <a:pt x="8004" y="18033"/>
                    <a:pt x="8818" y="18033"/>
                  </a:cubicBezTo>
                  <a:lnTo>
                    <a:pt x="9205" y="18033"/>
                  </a:lnTo>
                  <a:cubicBezTo>
                    <a:pt x="10010" y="18033"/>
                    <a:pt x="10672" y="17371"/>
                    <a:pt x="10672" y="16567"/>
                  </a:cubicBezTo>
                  <a:cubicBezTo>
                    <a:pt x="10672" y="15679"/>
                    <a:pt x="11393" y="15094"/>
                    <a:pt x="12146" y="15094"/>
                  </a:cubicBezTo>
                  <a:cubicBezTo>
                    <a:pt x="12508" y="15094"/>
                    <a:pt x="12876" y="15228"/>
                    <a:pt x="13177" y="15528"/>
                  </a:cubicBezTo>
                  <a:cubicBezTo>
                    <a:pt x="13462" y="15813"/>
                    <a:pt x="13836" y="15956"/>
                    <a:pt x="14210" y="15956"/>
                  </a:cubicBezTo>
                  <a:cubicBezTo>
                    <a:pt x="14584" y="15956"/>
                    <a:pt x="14958" y="15813"/>
                    <a:pt x="15244" y="15528"/>
                  </a:cubicBezTo>
                  <a:lnTo>
                    <a:pt x="15518" y="15253"/>
                  </a:lnTo>
                  <a:cubicBezTo>
                    <a:pt x="16099" y="14673"/>
                    <a:pt x="16099" y="13746"/>
                    <a:pt x="15518" y="13176"/>
                  </a:cubicBezTo>
                  <a:cubicBezTo>
                    <a:pt x="14602" y="12250"/>
                    <a:pt x="15254" y="10671"/>
                    <a:pt x="16557" y="10671"/>
                  </a:cubicBezTo>
                  <a:cubicBezTo>
                    <a:pt x="17372" y="10671"/>
                    <a:pt x="18023" y="10020"/>
                    <a:pt x="18023" y="9205"/>
                  </a:cubicBezTo>
                  <a:lnTo>
                    <a:pt x="18023" y="8818"/>
                  </a:lnTo>
                  <a:cubicBezTo>
                    <a:pt x="18023" y="8014"/>
                    <a:pt x="17372" y="7352"/>
                    <a:pt x="16557" y="7352"/>
                  </a:cubicBezTo>
                  <a:cubicBezTo>
                    <a:pt x="15254" y="7352"/>
                    <a:pt x="14602" y="5774"/>
                    <a:pt x="15518" y="4847"/>
                  </a:cubicBezTo>
                  <a:cubicBezTo>
                    <a:pt x="16099" y="4277"/>
                    <a:pt x="16099" y="3350"/>
                    <a:pt x="15518" y="2780"/>
                  </a:cubicBezTo>
                  <a:lnTo>
                    <a:pt x="15244" y="2505"/>
                  </a:lnTo>
                  <a:cubicBezTo>
                    <a:pt x="14958" y="2215"/>
                    <a:pt x="14584" y="2070"/>
                    <a:pt x="14210" y="2070"/>
                  </a:cubicBezTo>
                  <a:cubicBezTo>
                    <a:pt x="13836" y="2070"/>
                    <a:pt x="13462" y="2215"/>
                    <a:pt x="13177" y="2505"/>
                  </a:cubicBezTo>
                  <a:cubicBezTo>
                    <a:pt x="12878" y="2801"/>
                    <a:pt x="12511" y="2933"/>
                    <a:pt x="12151" y="2933"/>
                  </a:cubicBezTo>
                  <a:cubicBezTo>
                    <a:pt x="11396" y="2933"/>
                    <a:pt x="10672" y="2349"/>
                    <a:pt x="10672" y="1466"/>
                  </a:cubicBezTo>
                  <a:cubicBezTo>
                    <a:pt x="10672" y="652"/>
                    <a:pt x="10010" y="0"/>
                    <a:pt x="920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Google Shape;929;p20"/>
            <p:cNvSpPr/>
            <p:nvPr/>
          </p:nvSpPr>
          <p:spPr>
            <a:xfrm>
              <a:off x="8099640" y="242280"/>
              <a:ext cx="89640" cy="896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2832" h="2831">
                  <a:moveTo>
                    <a:pt x="1416" y="0"/>
                  </a:moveTo>
                  <a:cubicBezTo>
                    <a:pt x="1131" y="632"/>
                    <a:pt x="622" y="1130"/>
                    <a:pt x="1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Google Shape;930;p20"/>
            <p:cNvSpPr/>
            <p:nvPr/>
          </p:nvSpPr>
          <p:spPr>
            <a:xfrm>
              <a:off x="7994880" y="242280"/>
              <a:ext cx="89640" cy="896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2832" h="2831">
                  <a:moveTo>
                    <a:pt x="1416" y="0"/>
                  </a:moveTo>
                  <a:cubicBezTo>
                    <a:pt x="1131" y="632"/>
                    <a:pt x="622" y="1130"/>
                    <a:pt x="0" y="1416"/>
                  </a:cubicBezTo>
                  <a:cubicBezTo>
                    <a:pt x="622" y="1701"/>
                    <a:pt x="1131" y="2210"/>
                    <a:pt x="1416" y="2831"/>
                  </a:cubicBezTo>
                  <a:cubicBezTo>
                    <a:pt x="1701" y="2210"/>
                    <a:pt x="2200" y="1701"/>
                    <a:pt x="2831" y="1416"/>
                  </a:cubicBezTo>
                  <a:cubicBezTo>
                    <a:pt x="2200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Google Shape;931;p20"/>
            <p:cNvSpPr/>
            <p:nvPr/>
          </p:nvSpPr>
          <p:spPr>
            <a:xfrm>
              <a:off x="8217360" y="242280"/>
              <a:ext cx="89640" cy="896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2832" h="2831">
                  <a:moveTo>
                    <a:pt x="1416" y="0"/>
                  </a:moveTo>
                  <a:cubicBezTo>
                    <a:pt x="1131" y="632"/>
                    <a:pt x="632" y="1130"/>
                    <a:pt x="1" y="1416"/>
                  </a:cubicBezTo>
                  <a:cubicBezTo>
                    <a:pt x="632" y="1701"/>
                    <a:pt x="1131" y="2210"/>
                    <a:pt x="1416" y="2831"/>
                  </a:cubicBezTo>
                  <a:cubicBezTo>
                    <a:pt x="1701" y="2210"/>
                    <a:pt x="2211" y="1701"/>
                    <a:pt x="2832" y="1416"/>
                  </a:cubicBezTo>
                  <a:cubicBezTo>
                    <a:pt x="2211" y="1130"/>
                    <a:pt x="1701" y="632"/>
                    <a:pt x="1416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932;p20"/>
            <p:cNvSpPr/>
            <p:nvPr/>
          </p:nvSpPr>
          <p:spPr>
            <a:xfrm>
              <a:off x="8099640" y="337320"/>
              <a:ext cx="89640" cy="896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2832" h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2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Google Shape;933;p20"/>
            <p:cNvSpPr/>
            <p:nvPr/>
          </p:nvSpPr>
          <p:spPr>
            <a:xfrm>
              <a:off x="8099640" y="147600"/>
              <a:ext cx="89640" cy="89640"/>
            </a:xfrm>
            <a:custGeom>
              <a:avLst/>
              <a:gdLst>
                <a:gd name="textAreaLeft" fmla="*/ 0 w 89640"/>
                <a:gd name="textAreaRight" fmla="*/ 90000 w 8964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2832" h="2832">
                  <a:moveTo>
                    <a:pt x="1416" y="1"/>
                  </a:moveTo>
                  <a:cubicBezTo>
                    <a:pt x="1131" y="622"/>
                    <a:pt x="622" y="1131"/>
                    <a:pt x="1" y="1416"/>
                  </a:cubicBezTo>
                  <a:cubicBezTo>
                    <a:pt x="622" y="1701"/>
                    <a:pt x="1131" y="2200"/>
                    <a:pt x="1416" y="2831"/>
                  </a:cubicBezTo>
                  <a:cubicBezTo>
                    <a:pt x="1701" y="2200"/>
                    <a:pt x="2200" y="1701"/>
                    <a:pt x="2831" y="1416"/>
                  </a:cubicBezTo>
                  <a:cubicBezTo>
                    <a:pt x="2200" y="1131"/>
                    <a:pt x="1701" y="622"/>
                    <a:pt x="141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000" bIns="4500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992;p22"/>
          <p:cNvSpPr/>
          <p:nvPr/>
        </p:nvSpPr>
        <p:spPr>
          <a:xfrm>
            <a:off x="8433720" y="7045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993;p22"/>
          <p:cNvSpPr/>
          <p:nvPr/>
        </p:nvSpPr>
        <p:spPr>
          <a:xfrm>
            <a:off x="8433720" y="7657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994;p22"/>
          <p:cNvSpPr/>
          <p:nvPr/>
        </p:nvSpPr>
        <p:spPr>
          <a:xfrm>
            <a:off x="8433720" y="8269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995;p22"/>
          <p:cNvSpPr/>
          <p:nvPr/>
        </p:nvSpPr>
        <p:spPr>
          <a:xfrm>
            <a:off x="8433720" y="8881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996;p22"/>
          <p:cNvSpPr/>
          <p:nvPr/>
        </p:nvSpPr>
        <p:spPr>
          <a:xfrm>
            <a:off x="8433720" y="9496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6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997;p22"/>
          <p:cNvSpPr/>
          <p:nvPr/>
        </p:nvSpPr>
        <p:spPr>
          <a:xfrm>
            <a:off x="8433720" y="10108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998;p22"/>
          <p:cNvSpPr/>
          <p:nvPr/>
        </p:nvSpPr>
        <p:spPr>
          <a:xfrm>
            <a:off x="8433720" y="10720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999;p22"/>
          <p:cNvSpPr/>
          <p:nvPr/>
        </p:nvSpPr>
        <p:spPr>
          <a:xfrm>
            <a:off x="8433720" y="113328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000;p22"/>
          <p:cNvSpPr/>
          <p:nvPr/>
        </p:nvSpPr>
        <p:spPr>
          <a:xfrm>
            <a:off x="8433720" y="11941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001;p22"/>
          <p:cNvSpPr/>
          <p:nvPr/>
        </p:nvSpPr>
        <p:spPr>
          <a:xfrm>
            <a:off x="8433720" y="125568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002;p22"/>
          <p:cNvSpPr/>
          <p:nvPr/>
        </p:nvSpPr>
        <p:spPr>
          <a:xfrm>
            <a:off x="8433720" y="13165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003;p22"/>
          <p:cNvSpPr/>
          <p:nvPr/>
        </p:nvSpPr>
        <p:spPr>
          <a:xfrm>
            <a:off x="8433720" y="13777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004;p22"/>
          <p:cNvSpPr/>
          <p:nvPr/>
        </p:nvSpPr>
        <p:spPr>
          <a:xfrm>
            <a:off x="8433360" y="140832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005;p22"/>
          <p:cNvSpPr/>
          <p:nvPr/>
        </p:nvSpPr>
        <p:spPr>
          <a:xfrm>
            <a:off x="8399520" y="1409400"/>
            <a:ext cx="771480" cy="702360"/>
          </a:xfrm>
          <a:custGeom>
            <a:avLst/>
            <a:gdLst>
              <a:gd name="textAreaLeft" fmla="*/ 0 w 771480"/>
              <a:gd name="textAreaRight" fmla="*/ 77184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006;p22"/>
          <p:cNvSpPr/>
          <p:nvPr/>
        </p:nvSpPr>
        <p:spPr>
          <a:xfrm>
            <a:off x="8554320" y="1530360"/>
            <a:ext cx="459720" cy="460080"/>
          </a:xfrm>
          <a:custGeom>
            <a:avLst/>
            <a:gdLst>
              <a:gd name="textAreaLeft" fmla="*/ 0 w 459720"/>
              <a:gd name="textAreaRight" fmla="*/ 46008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007;p22"/>
          <p:cNvSpPr/>
          <p:nvPr/>
        </p:nvSpPr>
        <p:spPr>
          <a:xfrm>
            <a:off x="845064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008;p22"/>
          <p:cNvSpPr/>
          <p:nvPr/>
        </p:nvSpPr>
        <p:spPr>
          <a:xfrm>
            <a:off x="8472240" y="352800"/>
            <a:ext cx="329760" cy="119880"/>
          </a:xfrm>
          <a:custGeom>
            <a:avLst/>
            <a:gdLst>
              <a:gd name="textAreaLeft" fmla="*/ 0 w 329760"/>
              <a:gd name="textAreaRight" fmla="*/ 330120 w 32976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52" h="3076" fill="none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009;p22"/>
          <p:cNvSpPr/>
          <p:nvPr/>
        </p:nvSpPr>
        <p:spPr>
          <a:xfrm>
            <a:off x="853308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010;p22"/>
          <p:cNvSpPr/>
          <p:nvPr/>
        </p:nvSpPr>
        <p:spPr>
          <a:xfrm>
            <a:off x="862668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011;p22"/>
          <p:cNvSpPr/>
          <p:nvPr/>
        </p:nvSpPr>
        <p:spPr>
          <a:xfrm>
            <a:off x="8741520" y="352800"/>
            <a:ext cx="60480" cy="345600"/>
          </a:xfrm>
          <a:custGeom>
            <a:avLst/>
            <a:gdLst>
              <a:gd name="textAreaLeft" fmla="*/ 0 w 60480"/>
              <a:gd name="textAreaRight" fmla="*/ 60840 w 6048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58" h="8859" fill="none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012;p22"/>
          <p:cNvSpPr/>
          <p:nvPr/>
        </p:nvSpPr>
        <p:spPr>
          <a:xfrm>
            <a:off x="8802360" y="352800"/>
            <a:ext cx="60840" cy="345600"/>
          </a:xfrm>
          <a:custGeom>
            <a:avLst/>
            <a:gdLst>
              <a:gd name="textAreaLeft" fmla="*/ 0 w 60840"/>
              <a:gd name="textAreaRight" fmla="*/ 61200 w 608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69" h="8859" fill="none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013;p22"/>
          <p:cNvSpPr/>
          <p:nvPr/>
        </p:nvSpPr>
        <p:spPr>
          <a:xfrm>
            <a:off x="880236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014;p22"/>
          <p:cNvSpPr/>
          <p:nvPr/>
        </p:nvSpPr>
        <p:spPr>
          <a:xfrm>
            <a:off x="880236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015;p22"/>
          <p:cNvSpPr/>
          <p:nvPr/>
        </p:nvSpPr>
        <p:spPr>
          <a:xfrm>
            <a:off x="8802360" y="352800"/>
            <a:ext cx="330120" cy="119880"/>
          </a:xfrm>
          <a:custGeom>
            <a:avLst/>
            <a:gdLst>
              <a:gd name="textAreaLeft" fmla="*/ 0 w 330120"/>
              <a:gd name="textAreaRight" fmla="*/ 330480 w 33012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62" h="3076" fill="none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016;p22"/>
          <p:cNvSpPr/>
          <p:nvPr/>
        </p:nvSpPr>
        <p:spPr>
          <a:xfrm>
            <a:off x="880236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017;p22"/>
          <p:cNvSpPr/>
          <p:nvPr/>
        </p:nvSpPr>
        <p:spPr>
          <a:xfrm>
            <a:off x="8802360" y="232200"/>
            <a:ext cx="330120" cy="120240"/>
          </a:xfrm>
          <a:custGeom>
            <a:avLst/>
            <a:gdLst>
              <a:gd name="textAreaLeft" fmla="*/ 0 w 330120"/>
              <a:gd name="textAreaRight" fmla="*/ 330480 w 33012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62" h="3087" fill="none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018;p22"/>
          <p:cNvSpPr/>
          <p:nvPr/>
        </p:nvSpPr>
        <p:spPr>
          <a:xfrm>
            <a:off x="880236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019;p22"/>
          <p:cNvSpPr/>
          <p:nvPr/>
        </p:nvSpPr>
        <p:spPr>
          <a:xfrm>
            <a:off x="880236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020;p22"/>
          <p:cNvSpPr/>
          <p:nvPr/>
        </p:nvSpPr>
        <p:spPr>
          <a:xfrm>
            <a:off x="8802360" y="6480"/>
            <a:ext cx="60840" cy="345960"/>
          </a:xfrm>
          <a:custGeom>
            <a:avLst/>
            <a:gdLst>
              <a:gd name="textAreaLeft" fmla="*/ 0 w 60840"/>
              <a:gd name="textAreaRight" fmla="*/ 61200 w 6084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69" h="8870" fill="none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021;p22"/>
          <p:cNvSpPr/>
          <p:nvPr/>
        </p:nvSpPr>
        <p:spPr>
          <a:xfrm>
            <a:off x="874152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1025">
            <a:solidFill>
              <a:srgbClr val="262B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022;p22"/>
          <p:cNvSpPr/>
          <p:nvPr/>
        </p:nvSpPr>
        <p:spPr>
          <a:xfrm>
            <a:off x="874152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023;p22"/>
          <p:cNvSpPr/>
          <p:nvPr/>
        </p:nvSpPr>
        <p:spPr>
          <a:xfrm>
            <a:off x="862668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024;p22"/>
          <p:cNvSpPr/>
          <p:nvPr/>
        </p:nvSpPr>
        <p:spPr>
          <a:xfrm>
            <a:off x="853308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025;p22"/>
          <p:cNvSpPr/>
          <p:nvPr/>
        </p:nvSpPr>
        <p:spPr>
          <a:xfrm>
            <a:off x="8472240" y="232200"/>
            <a:ext cx="329760" cy="120240"/>
          </a:xfrm>
          <a:custGeom>
            <a:avLst/>
            <a:gdLst>
              <a:gd name="textAreaLeft" fmla="*/ 0 w 329760"/>
              <a:gd name="textAreaRight" fmla="*/ 330120 w 32976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52" h="3087" fill="none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026;p22"/>
          <p:cNvSpPr/>
          <p:nvPr/>
        </p:nvSpPr>
        <p:spPr>
          <a:xfrm>
            <a:off x="7876440" y="360"/>
            <a:ext cx="555840" cy="555840"/>
          </a:xfrm>
          <a:custGeom>
            <a:avLst/>
            <a:gdLst>
              <a:gd name="textAreaLeft" fmla="*/ 0 w 555840"/>
              <a:gd name="textAreaRight" fmla="*/ 556200 w 555840"/>
              <a:gd name="textAreaTop" fmla="*/ 0 h 555840"/>
              <a:gd name="textAreaBottom" fmla="*/ 556200 h 55584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027;p22"/>
          <p:cNvSpPr/>
          <p:nvPr/>
        </p:nvSpPr>
        <p:spPr>
          <a:xfrm>
            <a:off x="7876800" y="1080"/>
            <a:ext cx="554760" cy="554760"/>
          </a:xfrm>
          <a:custGeom>
            <a:avLst/>
            <a:gdLst>
              <a:gd name="textAreaLeft" fmla="*/ 0 w 554760"/>
              <a:gd name="textAreaRight" fmla="*/ 555120 w 554760"/>
              <a:gd name="textAreaTop" fmla="*/ 0 h 554760"/>
              <a:gd name="textAreaBottom" fmla="*/ 555120 h 554760"/>
            </a:gdLst>
            <a:ahLst/>
            <a:cxnLst/>
            <a:rect l="textAreaLeft" t="textAreaTop" r="textAreaRight" b="textAreaBottom"/>
            <a:pathLst>
              <a:path w="18004" h="18003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028;p22"/>
          <p:cNvSpPr/>
          <p:nvPr/>
        </p:nvSpPr>
        <p:spPr>
          <a:xfrm>
            <a:off x="7955640" y="96480"/>
            <a:ext cx="398520" cy="363240"/>
          </a:xfrm>
          <a:custGeom>
            <a:avLst/>
            <a:gdLst>
              <a:gd name="textAreaLeft" fmla="*/ 0 w 398520"/>
              <a:gd name="textAreaRight" fmla="*/ 398880 w 398520"/>
              <a:gd name="textAreaTop" fmla="*/ 0 h 363240"/>
              <a:gd name="textAreaBottom" fmla="*/ 363600 h 363240"/>
            </a:gdLst>
            <a:ahLst/>
            <a:cxnLst/>
            <a:rect l="textAreaLeft" t="textAreaTop" r="textAreaRight" b="textAreaBottom"/>
            <a:pathLst>
              <a:path w="12933" h="11792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029;p22"/>
          <p:cNvSpPr/>
          <p:nvPr/>
        </p:nvSpPr>
        <p:spPr>
          <a:xfrm>
            <a:off x="8791560" y="21128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030;p22"/>
          <p:cNvSpPr/>
          <p:nvPr/>
        </p:nvSpPr>
        <p:spPr>
          <a:xfrm>
            <a:off x="7319880" y="360"/>
            <a:ext cx="555840" cy="277920"/>
          </a:xfrm>
          <a:custGeom>
            <a:avLst/>
            <a:gdLst>
              <a:gd name="textAreaLeft" fmla="*/ 0 w 555840"/>
              <a:gd name="textAreaRight" fmla="*/ 556200 w 55584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031;p22"/>
          <p:cNvSpPr/>
          <p:nvPr/>
        </p:nvSpPr>
        <p:spPr>
          <a:xfrm>
            <a:off x="7736760" y="264240"/>
            <a:ext cx="360" cy="13680"/>
          </a:xfrm>
          <a:custGeom>
            <a:avLst/>
            <a:gdLst>
              <a:gd name="textAreaLeft" fmla="*/ 0 w 360"/>
              <a:gd name="textAreaRight" fmla="*/ 720 w 360"/>
              <a:gd name="textAreaTop" fmla="*/ 0 h 13680"/>
              <a:gd name="textAreaBottom" fmla="*/ 14040 h 13680"/>
            </a:gdLst>
            <a:ahLst/>
            <a:cxnLst/>
            <a:rect l="textAreaLeft" t="textAreaTop" r="textAreaRight" b="textAreaBottom"/>
            <a:pathLst>
              <a:path w="11" h="460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40" bIns="6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032;p22"/>
          <p:cNvSpPr/>
          <p:nvPr/>
        </p:nvSpPr>
        <p:spPr>
          <a:xfrm>
            <a:off x="8791560" y="478728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033;p22"/>
          <p:cNvSpPr/>
          <p:nvPr/>
        </p:nvSpPr>
        <p:spPr>
          <a:xfrm>
            <a:off x="8791560" y="44355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034;p22"/>
          <p:cNvSpPr/>
          <p:nvPr/>
        </p:nvSpPr>
        <p:spPr>
          <a:xfrm>
            <a:off x="8439840" y="443520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035;p22"/>
          <p:cNvSpPr/>
          <p:nvPr/>
        </p:nvSpPr>
        <p:spPr>
          <a:xfrm>
            <a:off x="7884000" y="458352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036;p22"/>
          <p:cNvSpPr/>
          <p:nvPr/>
        </p:nvSpPr>
        <p:spPr>
          <a:xfrm>
            <a:off x="7884000" y="463176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037;p22"/>
          <p:cNvSpPr/>
          <p:nvPr/>
        </p:nvSpPr>
        <p:spPr>
          <a:xfrm>
            <a:off x="7884000" y="468000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038;p22"/>
          <p:cNvSpPr/>
          <p:nvPr/>
        </p:nvSpPr>
        <p:spPr>
          <a:xfrm>
            <a:off x="7884000" y="472860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039;p22"/>
          <p:cNvSpPr/>
          <p:nvPr/>
        </p:nvSpPr>
        <p:spPr>
          <a:xfrm>
            <a:off x="7884000" y="477684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040;p22"/>
          <p:cNvSpPr/>
          <p:nvPr/>
        </p:nvSpPr>
        <p:spPr>
          <a:xfrm>
            <a:off x="7884000" y="482508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041;p22"/>
          <p:cNvSpPr/>
          <p:nvPr/>
        </p:nvSpPr>
        <p:spPr>
          <a:xfrm>
            <a:off x="7884000" y="487332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042;p22"/>
          <p:cNvSpPr/>
          <p:nvPr/>
        </p:nvSpPr>
        <p:spPr>
          <a:xfrm>
            <a:off x="7884000" y="492192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043;p22"/>
          <p:cNvSpPr/>
          <p:nvPr/>
        </p:nvSpPr>
        <p:spPr>
          <a:xfrm>
            <a:off x="7884000" y="497016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044;p22"/>
          <p:cNvSpPr/>
          <p:nvPr/>
        </p:nvSpPr>
        <p:spPr>
          <a:xfrm>
            <a:off x="7884000" y="501840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045;p22"/>
          <p:cNvSpPr/>
          <p:nvPr/>
        </p:nvSpPr>
        <p:spPr>
          <a:xfrm>
            <a:off x="7884000" y="5066640"/>
            <a:ext cx="555480" cy="23760"/>
          </a:xfrm>
          <a:custGeom>
            <a:avLst/>
            <a:gdLst>
              <a:gd name="textAreaLeft" fmla="*/ 0 w 555480"/>
              <a:gd name="textAreaRight" fmla="*/ 555840 w 555480"/>
              <a:gd name="textAreaTop" fmla="*/ 0 h 23760"/>
              <a:gd name="textAreaBottom" fmla="*/ 24120 h 2376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1880" bIns="1188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046;p22"/>
          <p:cNvSpPr/>
          <p:nvPr/>
        </p:nvSpPr>
        <p:spPr>
          <a:xfrm>
            <a:off x="7328160" y="4583520"/>
            <a:ext cx="555480" cy="555840"/>
          </a:xfrm>
          <a:custGeom>
            <a:avLst/>
            <a:gdLst>
              <a:gd name="textAreaLeft" fmla="*/ 0 w 555480"/>
              <a:gd name="textAreaRight" fmla="*/ 555840 w 555480"/>
              <a:gd name="textAreaTop" fmla="*/ 0 h 555840"/>
              <a:gd name="textAreaBottom" fmla="*/ 556200 h 55584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047;p22"/>
          <p:cNvSpPr/>
          <p:nvPr/>
        </p:nvSpPr>
        <p:spPr>
          <a:xfrm rot="5400000">
            <a:off x="6772320" y="4583160"/>
            <a:ext cx="555480" cy="555840"/>
          </a:xfrm>
          <a:custGeom>
            <a:avLst/>
            <a:gdLst>
              <a:gd name="textAreaLeft" fmla="*/ 0 w 555480"/>
              <a:gd name="textAreaRight" fmla="*/ 555840 w 555480"/>
              <a:gd name="textAreaTop" fmla="*/ 0 h 555840"/>
              <a:gd name="textAreaBottom" fmla="*/ 556200 h 55584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048;p22"/>
          <p:cNvSpPr/>
          <p:nvPr/>
        </p:nvSpPr>
        <p:spPr>
          <a:xfrm>
            <a:off x="7606080" y="4861800"/>
            <a:ext cx="277560" cy="277560"/>
          </a:xfrm>
          <a:custGeom>
            <a:avLst/>
            <a:gdLst>
              <a:gd name="textAreaLeft" fmla="*/ 0 w 277560"/>
              <a:gd name="textAreaRight" fmla="*/ 277920 w 277560"/>
              <a:gd name="textAreaTop" fmla="*/ 0 h 277560"/>
              <a:gd name="textAreaBottom" fmla="*/ 277920 h 27756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049;p22"/>
          <p:cNvSpPr/>
          <p:nvPr/>
        </p:nvSpPr>
        <p:spPr>
          <a:xfrm rot="10800000">
            <a:off x="1538640" y="25632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050;p22"/>
          <p:cNvSpPr/>
          <p:nvPr/>
        </p:nvSpPr>
        <p:spPr>
          <a:xfrm rot="10800000">
            <a:off x="1538640" y="19224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051;p22"/>
          <p:cNvSpPr/>
          <p:nvPr/>
        </p:nvSpPr>
        <p:spPr>
          <a:xfrm rot="10800000">
            <a:off x="1538640" y="12816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052;p22"/>
          <p:cNvSpPr/>
          <p:nvPr/>
        </p:nvSpPr>
        <p:spPr>
          <a:xfrm rot="10800000">
            <a:off x="1538640" y="6408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1"/>
                </a:moveTo>
                <a:lnTo>
                  <a:pt x="1" y="785"/>
                </a:lnTo>
                <a:lnTo>
                  <a:pt x="17840" y="78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053;p22"/>
          <p:cNvSpPr/>
          <p:nvPr/>
        </p:nvSpPr>
        <p:spPr>
          <a:xfrm rot="10800000">
            <a:off x="1538640" y="0"/>
            <a:ext cx="696240" cy="31320"/>
          </a:xfrm>
          <a:custGeom>
            <a:avLst/>
            <a:gdLst>
              <a:gd name="textAreaLeft" fmla="*/ 0 w 696240"/>
              <a:gd name="textAreaRight" fmla="*/ 696600 w 696240"/>
              <a:gd name="textAreaTop" fmla="*/ 0 h 31320"/>
              <a:gd name="textAreaBottom" fmla="*/ 31680 h 31320"/>
            </a:gdLst>
            <a:ahLst/>
            <a:cxnLst/>
            <a:rect l="textAreaLeft" t="textAreaTop" r="textAreaRight" b="textAreaBottom"/>
            <a:pathLst>
              <a:path w="17841" h="775">
                <a:moveTo>
                  <a:pt x="1" y="1"/>
                </a:moveTo>
                <a:lnTo>
                  <a:pt x="1" y="775"/>
                </a:lnTo>
                <a:lnTo>
                  <a:pt x="17840" y="775"/>
                </a:lnTo>
                <a:lnTo>
                  <a:pt x="1784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054;p22"/>
          <p:cNvSpPr/>
          <p:nvPr/>
        </p:nvSpPr>
        <p:spPr>
          <a:xfrm rot="10800000">
            <a:off x="1538640" y="320400"/>
            <a:ext cx="696240" cy="31680"/>
          </a:xfrm>
          <a:custGeom>
            <a:avLst/>
            <a:gdLst>
              <a:gd name="textAreaLeft" fmla="*/ 0 w 696240"/>
              <a:gd name="textAreaRight" fmla="*/ 696600 w 696240"/>
              <a:gd name="textAreaTop" fmla="*/ 0 h 31680"/>
              <a:gd name="textAreaBottom" fmla="*/ 32040 h 31680"/>
            </a:gdLst>
            <a:ahLst/>
            <a:cxnLst/>
            <a:rect l="textAreaLeft" t="textAreaTop" r="textAreaRight" b="textAreaBottom"/>
            <a:pathLst>
              <a:path w="17841" h="785">
                <a:moveTo>
                  <a:pt x="1" y="0"/>
                </a:moveTo>
                <a:lnTo>
                  <a:pt x="1" y="784"/>
                </a:lnTo>
                <a:lnTo>
                  <a:pt x="17840" y="784"/>
                </a:lnTo>
                <a:lnTo>
                  <a:pt x="17840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840" bIns="158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055;p22"/>
          <p:cNvSpPr/>
          <p:nvPr/>
        </p:nvSpPr>
        <p:spPr>
          <a:xfrm>
            <a:off x="0" y="0"/>
            <a:ext cx="704160" cy="703800"/>
          </a:xfrm>
          <a:custGeom>
            <a:avLst/>
            <a:gdLst>
              <a:gd name="textAreaLeft" fmla="*/ 0 w 704160"/>
              <a:gd name="textAreaRight" fmla="*/ 704520 w 70416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0"/>
                </a:moveTo>
                <a:lnTo>
                  <a:pt x="0" y="18033"/>
                </a:lnTo>
                <a:lnTo>
                  <a:pt x="18044" y="18033"/>
                </a:lnTo>
                <a:lnTo>
                  <a:pt x="18044" y="0"/>
                </a:lnTo>
                <a:close/>
              </a:path>
            </a:pathLst>
          </a:custGeom>
          <a:solidFill>
            <a:srgbClr val="F9F8F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056;p22"/>
          <p:cNvSpPr/>
          <p:nvPr/>
        </p:nvSpPr>
        <p:spPr>
          <a:xfrm>
            <a:off x="0" y="36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057;p22"/>
          <p:cNvSpPr/>
          <p:nvPr/>
        </p:nvSpPr>
        <p:spPr>
          <a:xfrm>
            <a:off x="353160" y="36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058;p22"/>
          <p:cNvSpPr/>
          <p:nvPr/>
        </p:nvSpPr>
        <p:spPr>
          <a:xfrm>
            <a:off x="285120" y="28476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059;p22"/>
          <p:cNvSpPr/>
          <p:nvPr/>
        </p:nvSpPr>
        <p:spPr>
          <a:xfrm>
            <a:off x="134280" y="284760"/>
            <a:ext cx="134280" cy="134280"/>
          </a:xfrm>
          <a:custGeom>
            <a:avLst/>
            <a:gdLst>
              <a:gd name="textAreaLeft" fmla="*/ 0 w 134280"/>
              <a:gd name="textAreaRight" fmla="*/ 13464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060;p22"/>
          <p:cNvSpPr/>
          <p:nvPr/>
        </p:nvSpPr>
        <p:spPr>
          <a:xfrm>
            <a:off x="433440" y="28476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061;p22"/>
          <p:cNvSpPr/>
          <p:nvPr/>
        </p:nvSpPr>
        <p:spPr>
          <a:xfrm>
            <a:off x="56844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062;p22"/>
          <p:cNvSpPr/>
          <p:nvPr/>
        </p:nvSpPr>
        <p:spPr>
          <a:xfrm>
            <a:off x="56844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063;p22"/>
          <p:cNvSpPr/>
          <p:nvPr/>
        </p:nvSpPr>
        <p:spPr>
          <a:xfrm>
            <a:off x="56844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064;p22"/>
          <p:cNvSpPr/>
          <p:nvPr/>
        </p:nvSpPr>
        <p:spPr>
          <a:xfrm>
            <a:off x="56844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065;p22"/>
          <p:cNvSpPr/>
          <p:nvPr/>
        </p:nvSpPr>
        <p:spPr>
          <a:xfrm>
            <a:off x="56844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066;p22"/>
          <p:cNvSpPr/>
          <p:nvPr/>
        </p:nvSpPr>
        <p:spPr>
          <a:xfrm>
            <a:off x="56844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067;p22"/>
          <p:cNvSpPr/>
          <p:nvPr/>
        </p:nvSpPr>
        <p:spPr>
          <a:xfrm>
            <a:off x="44496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068;p22"/>
          <p:cNvSpPr/>
          <p:nvPr/>
        </p:nvSpPr>
        <p:spPr>
          <a:xfrm>
            <a:off x="44496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069;p22"/>
          <p:cNvSpPr/>
          <p:nvPr/>
        </p:nvSpPr>
        <p:spPr>
          <a:xfrm>
            <a:off x="44496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1070;p22"/>
          <p:cNvSpPr/>
          <p:nvPr/>
        </p:nvSpPr>
        <p:spPr>
          <a:xfrm>
            <a:off x="44496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071;p22"/>
          <p:cNvSpPr/>
          <p:nvPr/>
        </p:nvSpPr>
        <p:spPr>
          <a:xfrm>
            <a:off x="44496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072;p22"/>
          <p:cNvSpPr/>
          <p:nvPr/>
        </p:nvSpPr>
        <p:spPr>
          <a:xfrm>
            <a:off x="44496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073;p22"/>
          <p:cNvSpPr/>
          <p:nvPr/>
        </p:nvSpPr>
        <p:spPr>
          <a:xfrm>
            <a:off x="32076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1074;p22"/>
          <p:cNvSpPr/>
          <p:nvPr/>
        </p:nvSpPr>
        <p:spPr>
          <a:xfrm>
            <a:off x="32076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075;p22"/>
          <p:cNvSpPr/>
          <p:nvPr/>
        </p:nvSpPr>
        <p:spPr>
          <a:xfrm>
            <a:off x="32076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076;p22"/>
          <p:cNvSpPr/>
          <p:nvPr/>
        </p:nvSpPr>
        <p:spPr>
          <a:xfrm>
            <a:off x="32076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1077;p22"/>
          <p:cNvSpPr/>
          <p:nvPr/>
        </p:nvSpPr>
        <p:spPr>
          <a:xfrm>
            <a:off x="32076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078;p22"/>
          <p:cNvSpPr/>
          <p:nvPr/>
        </p:nvSpPr>
        <p:spPr>
          <a:xfrm>
            <a:off x="32076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1079;p22"/>
          <p:cNvSpPr/>
          <p:nvPr/>
        </p:nvSpPr>
        <p:spPr>
          <a:xfrm>
            <a:off x="197280" y="12888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1080;p22"/>
          <p:cNvSpPr/>
          <p:nvPr/>
        </p:nvSpPr>
        <p:spPr>
          <a:xfrm>
            <a:off x="197280" y="118332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1081;p22"/>
          <p:cNvSpPr/>
          <p:nvPr/>
        </p:nvSpPr>
        <p:spPr>
          <a:xfrm>
            <a:off x="197280" y="10774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1082;p22"/>
          <p:cNvSpPr/>
          <p:nvPr/>
        </p:nvSpPr>
        <p:spPr>
          <a:xfrm>
            <a:off x="197280" y="9723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083;p22"/>
          <p:cNvSpPr/>
          <p:nvPr/>
        </p:nvSpPr>
        <p:spPr>
          <a:xfrm>
            <a:off x="197280" y="8668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084;p22"/>
          <p:cNvSpPr/>
          <p:nvPr/>
        </p:nvSpPr>
        <p:spPr>
          <a:xfrm>
            <a:off x="197280" y="7614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1085;p22"/>
          <p:cNvSpPr/>
          <p:nvPr/>
        </p:nvSpPr>
        <p:spPr>
          <a:xfrm>
            <a:off x="7308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1086;p22"/>
          <p:cNvSpPr/>
          <p:nvPr/>
        </p:nvSpPr>
        <p:spPr>
          <a:xfrm>
            <a:off x="7308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1087;p22"/>
          <p:cNvSpPr/>
          <p:nvPr/>
        </p:nvSpPr>
        <p:spPr>
          <a:xfrm>
            <a:off x="7308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1088;p22"/>
          <p:cNvSpPr/>
          <p:nvPr/>
        </p:nvSpPr>
        <p:spPr>
          <a:xfrm>
            <a:off x="7308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1089;p22"/>
          <p:cNvSpPr/>
          <p:nvPr/>
        </p:nvSpPr>
        <p:spPr>
          <a:xfrm>
            <a:off x="7308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1090;p22"/>
          <p:cNvSpPr/>
          <p:nvPr/>
        </p:nvSpPr>
        <p:spPr>
          <a:xfrm>
            <a:off x="7308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1091;p22"/>
          <p:cNvSpPr/>
          <p:nvPr/>
        </p:nvSpPr>
        <p:spPr>
          <a:xfrm>
            <a:off x="704520" y="27828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650" y="0"/>
                </a:moveTo>
                <a:cubicBezTo>
                  <a:pt x="734" y="0"/>
                  <a:pt x="1" y="743"/>
                  <a:pt x="1" y="1650"/>
                </a:cubicBezTo>
                <a:lnTo>
                  <a:pt x="1" y="7362"/>
                </a:lnTo>
                <a:cubicBezTo>
                  <a:pt x="1" y="8278"/>
                  <a:pt x="734" y="9011"/>
                  <a:pt x="1650" y="9011"/>
                </a:cubicBezTo>
                <a:lnTo>
                  <a:pt x="7363" y="9011"/>
                </a:lnTo>
                <a:cubicBezTo>
                  <a:pt x="8269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9" y="0"/>
                  <a:pt x="7363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1092;p22"/>
          <p:cNvSpPr/>
          <p:nvPr/>
        </p:nvSpPr>
        <p:spPr>
          <a:xfrm>
            <a:off x="982800" y="27828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9012" h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1093;p22"/>
          <p:cNvSpPr/>
          <p:nvPr/>
        </p:nvSpPr>
        <p:spPr>
          <a:xfrm>
            <a:off x="982800" y="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1094;p22"/>
          <p:cNvSpPr/>
          <p:nvPr/>
        </p:nvSpPr>
        <p:spPr>
          <a:xfrm>
            <a:off x="1267920" y="360"/>
            <a:ext cx="703800" cy="351720"/>
          </a:xfrm>
          <a:custGeom>
            <a:avLst/>
            <a:gdLst>
              <a:gd name="textAreaLeft" fmla="*/ 0 w 703800"/>
              <a:gd name="textAreaRight" fmla="*/ 704160 w 70380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18034" h="9012">
                <a:moveTo>
                  <a:pt x="1" y="0"/>
                </a:moveTo>
                <a:lnTo>
                  <a:pt x="1" y="9011"/>
                </a:lnTo>
                <a:lnTo>
                  <a:pt x="18034" y="9011"/>
                </a:lnTo>
                <a:cubicBezTo>
                  <a:pt x="18034" y="6517"/>
                  <a:pt x="17026" y="4266"/>
                  <a:pt x="15397" y="2637"/>
                </a:cubicBezTo>
                <a:cubicBezTo>
                  <a:pt x="13839" y="1079"/>
                  <a:pt x="11711" y="82"/>
                  <a:pt x="9358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1095;p22"/>
          <p:cNvSpPr/>
          <p:nvPr/>
        </p:nvSpPr>
        <p:spPr>
          <a:xfrm>
            <a:off x="704520" y="-720"/>
            <a:ext cx="277920" cy="277920"/>
          </a:xfrm>
          <a:custGeom>
            <a:avLst/>
            <a:gdLst>
              <a:gd name="textAreaLeft" fmla="*/ 0 w 277920"/>
              <a:gd name="textAreaRight" fmla="*/ 278280 w 277920"/>
              <a:gd name="textAreaTop" fmla="*/ 0 h 277920"/>
              <a:gd name="textAreaBottom" fmla="*/ 278280 h 277920"/>
            </a:gdLst>
            <a:ahLst/>
            <a:cxnLst/>
            <a:rect l="textAreaLeft" t="textAreaTop" r="textAreaRight" b="textAreaBottom"/>
            <a:pathLst>
              <a:path w="9012" h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00000" y="7686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" name="Google Shape;1098;p22"/>
          <p:cNvSpPr/>
          <p:nvPr/>
        </p:nvSpPr>
        <p:spPr>
          <a:xfrm>
            <a:off x="727560" y="3611880"/>
            <a:ext cx="47574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Overpass"/>
                <a:ea typeface="Overpas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113;p24"/>
          <p:cNvSpPr/>
          <p:nvPr/>
        </p:nvSpPr>
        <p:spPr>
          <a:xfrm>
            <a:off x="8433720" y="7045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1114;p24"/>
          <p:cNvSpPr/>
          <p:nvPr/>
        </p:nvSpPr>
        <p:spPr>
          <a:xfrm>
            <a:off x="8433720" y="7657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1115;p24"/>
          <p:cNvSpPr/>
          <p:nvPr/>
        </p:nvSpPr>
        <p:spPr>
          <a:xfrm>
            <a:off x="8433720" y="8269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1116;p24"/>
          <p:cNvSpPr/>
          <p:nvPr/>
        </p:nvSpPr>
        <p:spPr>
          <a:xfrm>
            <a:off x="8433720" y="8881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1117;p24"/>
          <p:cNvSpPr/>
          <p:nvPr/>
        </p:nvSpPr>
        <p:spPr>
          <a:xfrm>
            <a:off x="8433720" y="9496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6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1118;p24"/>
          <p:cNvSpPr/>
          <p:nvPr/>
        </p:nvSpPr>
        <p:spPr>
          <a:xfrm>
            <a:off x="8433720" y="10108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1119;p24"/>
          <p:cNvSpPr/>
          <p:nvPr/>
        </p:nvSpPr>
        <p:spPr>
          <a:xfrm>
            <a:off x="8433720" y="107208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1120;p24"/>
          <p:cNvSpPr/>
          <p:nvPr/>
        </p:nvSpPr>
        <p:spPr>
          <a:xfrm>
            <a:off x="8433720" y="113328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1121;p24"/>
          <p:cNvSpPr/>
          <p:nvPr/>
        </p:nvSpPr>
        <p:spPr>
          <a:xfrm>
            <a:off x="8433720" y="11941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1122;p24"/>
          <p:cNvSpPr/>
          <p:nvPr/>
        </p:nvSpPr>
        <p:spPr>
          <a:xfrm>
            <a:off x="8433720" y="125568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1123;p24"/>
          <p:cNvSpPr/>
          <p:nvPr/>
        </p:nvSpPr>
        <p:spPr>
          <a:xfrm>
            <a:off x="8433720" y="13165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1124;p24"/>
          <p:cNvSpPr/>
          <p:nvPr/>
        </p:nvSpPr>
        <p:spPr>
          <a:xfrm>
            <a:off x="8433720" y="137772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1125;p24"/>
          <p:cNvSpPr/>
          <p:nvPr/>
        </p:nvSpPr>
        <p:spPr>
          <a:xfrm>
            <a:off x="8433360" y="140832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1126;p24"/>
          <p:cNvSpPr/>
          <p:nvPr/>
        </p:nvSpPr>
        <p:spPr>
          <a:xfrm>
            <a:off x="8399520" y="1409400"/>
            <a:ext cx="771480" cy="702360"/>
          </a:xfrm>
          <a:custGeom>
            <a:avLst/>
            <a:gdLst>
              <a:gd name="textAreaLeft" fmla="*/ 0 w 771480"/>
              <a:gd name="textAreaRight" fmla="*/ 77184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1127;p24"/>
          <p:cNvSpPr/>
          <p:nvPr/>
        </p:nvSpPr>
        <p:spPr>
          <a:xfrm>
            <a:off x="8554320" y="1530360"/>
            <a:ext cx="459720" cy="460080"/>
          </a:xfrm>
          <a:custGeom>
            <a:avLst/>
            <a:gdLst>
              <a:gd name="textAreaLeft" fmla="*/ 0 w 459720"/>
              <a:gd name="textAreaRight" fmla="*/ 46008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1128;p24"/>
          <p:cNvSpPr/>
          <p:nvPr/>
        </p:nvSpPr>
        <p:spPr>
          <a:xfrm>
            <a:off x="845064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1129;p24"/>
          <p:cNvSpPr/>
          <p:nvPr/>
        </p:nvSpPr>
        <p:spPr>
          <a:xfrm>
            <a:off x="8472240" y="352800"/>
            <a:ext cx="329760" cy="119880"/>
          </a:xfrm>
          <a:custGeom>
            <a:avLst/>
            <a:gdLst>
              <a:gd name="textAreaLeft" fmla="*/ 0 w 329760"/>
              <a:gd name="textAreaRight" fmla="*/ 330120 w 32976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52" h="3076" fill="none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1130;p24"/>
          <p:cNvSpPr/>
          <p:nvPr/>
        </p:nvSpPr>
        <p:spPr>
          <a:xfrm>
            <a:off x="853308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1131;p24"/>
          <p:cNvSpPr/>
          <p:nvPr/>
        </p:nvSpPr>
        <p:spPr>
          <a:xfrm>
            <a:off x="862668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1132;p24"/>
          <p:cNvSpPr/>
          <p:nvPr/>
        </p:nvSpPr>
        <p:spPr>
          <a:xfrm>
            <a:off x="8741520" y="352800"/>
            <a:ext cx="60480" cy="345600"/>
          </a:xfrm>
          <a:custGeom>
            <a:avLst/>
            <a:gdLst>
              <a:gd name="textAreaLeft" fmla="*/ 0 w 60480"/>
              <a:gd name="textAreaRight" fmla="*/ 60840 w 6048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58" h="8859" fill="none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1133;p24"/>
          <p:cNvSpPr/>
          <p:nvPr/>
        </p:nvSpPr>
        <p:spPr>
          <a:xfrm>
            <a:off x="8802360" y="352800"/>
            <a:ext cx="60840" cy="345600"/>
          </a:xfrm>
          <a:custGeom>
            <a:avLst/>
            <a:gdLst>
              <a:gd name="textAreaLeft" fmla="*/ 0 w 60840"/>
              <a:gd name="textAreaRight" fmla="*/ 61200 w 608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69" h="8859" fill="none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1134;p24"/>
          <p:cNvSpPr/>
          <p:nvPr/>
        </p:nvSpPr>
        <p:spPr>
          <a:xfrm>
            <a:off x="880236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1135;p24"/>
          <p:cNvSpPr/>
          <p:nvPr/>
        </p:nvSpPr>
        <p:spPr>
          <a:xfrm>
            <a:off x="880236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1136;p24"/>
          <p:cNvSpPr/>
          <p:nvPr/>
        </p:nvSpPr>
        <p:spPr>
          <a:xfrm>
            <a:off x="8802360" y="352800"/>
            <a:ext cx="330120" cy="119880"/>
          </a:xfrm>
          <a:custGeom>
            <a:avLst/>
            <a:gdLst>
              <a:gd name="textAreaLeft" fmla="*/ 0 w 330120"/>
              <a:gd name="textAreaRight" fmla="*/ 330480 w 33012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62" h="3076" fill="none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1137;p24"/>
          <p:cNvSpPr/>
          <p:nvPr/>
        </p:nvSpPr>
        <p:spPr>
          <a:xfrm>
            <a:off x="880236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1138;p24"/>
          <p:cNvSpPr/>
          <p:nvPr/>
        </p:nvSpPr>
        <p:spPr>
          <a:xfrm>
            <a:off x="8802360" y="232200"/>
            <a:ext cx="330120" cy="120240"/>
          </a:xfrm>
          <a:custGeom>
            <a:avLst/>
            <a:gdLst>
              <a:gd name="textAreaLeft" fmla="*/ 0 w 330120"/>
              <a:gd name="textAreaRight" fmla="*/ 330480 w 33012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62" h="3087" fill="none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1139;p24"/>
          <p:cNvSpPr/>
          <p:nvPr/>
        </p:nvSpPr>
        <p:spPr>
          <a:xfrm>
            <a:off x="880236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1140;p24"/>
          <p:cNvSpPr/>
          <p:nvPr/>
        </p:nvSpPr>
        <p:spPr>
          <a:xfrm>
            <a:off x="880236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1141;p24"/>
          <p:cNvSpPr/>
          <p:nvPr/>
        </p:nvSpPr>
        <p:spPr>
          <a:xfrm>
            <a:off x="8802360" y="6480"/>
            <a:ext cx="60840" cy="345960"/>
          </a:xfrm>
          <a:custGeom>
            <a:avLst/>
            <a:gdLst>
              <a:gd name="textAreaLeft" fmla="*/ 0 w 60840"/>
              <a:gd name="textAreaRight" fmla="*/ 61200 w 6084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69" h="8870" fill="none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1142;p24"/>
          <p:cNvSpPr/>
          <p:nvPr/>
        </p:nvSpPr>
        <p:spPr>
          <a:xfrm>
            <a:off x="874152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1025">
            <a:solidFill>
              <a:srgbClr val="262B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1143;p24"/>
          <p:cNvSpPr/>
          <p:nvPr/>
        </p:nvSpPr>
        <p:spPr>
          <a:xfrm>
            <a:off x="874152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1144;p24"/>
          <p:cNvSpPr/>
          <p:nvPr/>
        </p:nvSpPr>
        <p:spPr>
          <a:xfrm>
            <a:off x="862668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1145;p24"/>
          <p:cNvSpPr/>
          <p:nvPr/>
        </p:nvSpPr>
        <p:spPr>
          <a:xfrm>
            <a:off x="853308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1146;p24"/>
          <p:cNvSpPr/>
          <p:nvPr/>
        </p:nvSpPr>
        <p:spPr>
          <a:xfrm>
            <a:off x="8472240" y="232200"/>
            <a:ext cx="329760" cy="120240"/>
          </a:xfrm>
          <a:custGeom>
            <a:avLst/>
            <a:gdLst>
              <a:gd name="textAreaLeft" fmla="*/ 0 w 329760"/>
              <a:gd name="textAreaRight" fmla="*/ 330120 w 32976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52" h="3087" fill="none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1147;p24"/>
          <p:cNvSpPr/>
          <p:nvPr/>
        </p:nvSpPr>
        <p:spPr>
          <a:xfrm>
            <a:off x="7728120" y="360"/>
            <a:ext cx="704160" cy="703800"/>
          </a:xfrm>
          <a:custGeom>
            <a:avLst/>
            <a:gdLst>
              <a:gd name="textAreaLeft" fmla="*/ 0 w 704160"/>
              <a:gd name="textAreaRight" fmla="*/ 704520 w 70416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1148;p24"/>
          <p:cNvSpPr/>
          <p:nvPr/>
        </p:nvSpPr>
        <p:spPr>
          <a:xfrm>
            <a:off x="7728840" y="1080"/>
            <a:ext cx="702720" cy="702720"/>
          </a:xfrm>
          <a:custGeom>
            <a:avLst/>
            <a:gdLst>
              <a:gd name="textAreaLeft" fmla="*/ 0 w 702720"/>
              <a:gd name="textAreaRight" fmla="*/ 703080 w 70272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18004" h="18003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1149;p24"/>
          <p:cNvSpPr/>
          <p:nvPr/>
        </p:nvSpPr>
        <p:spPr>
          <a:xfrm>
            <a:off x="7828560" y="122400"/>
            <a:ext cx="504720" cy="460080"/>
          </a:xfrm>
          <a:custGeom>
            <a:avLst/>
            <a:gdLst>
              <a:gd name="textAreaLeft" fmla="*/ 0 w 504720"/>
              <a:gd name="textAreaRight" fmla="*/ 505080 w 504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2933" h="11792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1150;p24"/>
          <p:cNvSpPr/>
          <p:nvPr/>
        </p:nvSpPr>
        <p:spPr>
          <a:xfrm>
            <a:off x="8791560" y="21128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1151;p24"/>
          <p:cNvSpPr/>
          <p:nvPr/>
        </p:nvSpPr>
        <p:spPr>
          <a:xfrm>
            <a:off x="7023600" y="360"/>
            <a:ext cx="704160" cy="352080"/>
          </a:xfrm>
          <a:custGeom>
            <a:avLst/>
            <a:gdLst>
              <a:gd name="textAreaLeft" fmla="*/ 0 w 704160"/>
              <a:gd name="textAreaRight" fmla="*/ 70452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1152;p24"/>
          <p:cNvSpPr/>
          <p:nvPr/>
        </p:nvSpPr>
        <p:spPr>
          <a:xfrm>
            <a:off x="7551000" y="334440"/>
            <a:ext cx="360" cy="17640"/>
          </a:xfrm>
          <a:custGeom>
            <a:avLst/>
            <a:gdLst>
              <a:gd name="textAreaLeft" fmla="*/ 0 w 360"/>
              <a:gd name="textAreaRight" fmla="*/ 720 w 36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1" h="460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1153;p24"/>
          <p:cNvSpPr/>
          <p:nvPr/>
        </p:nvSpPr>
        <p:spPr>
          <a:xfrm>
            <a:off x="8791560" y="478728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1154;p24"/>
          <p:cNvSpPr/>
          <p:nvPr/>
        </p:nvSpPr>
        <p:spPr>
          <a:xfrm>
            <a:off x="8791560" y="44355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1155;p24"/>
          <p:cNvSpPr/>
          <p:nvPr/>
        </p:nvSpPr>
        <p:spPr>
          <a:xfrm>
            <a:off x="8439840" y="443520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1156;p24"/>
          <p:cNvSpPr/>
          <p:nvPr/>
        </p:nvSpPr>
        <p:spPr>
          <a:xfrm>
            <a:off x="7735680" y="4435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1157;p24"/>
          <p:cNvSpPr/>
          <p:nvPr/>
        </p:nvSpPr>
        <p:spPr>
          <a:xfrm>
            <a:off x="7735680" y="4496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1158;p24"/>
          <p:cNvSpPr/>
          <p:nvPr/>
        </p:nvSpPr>
        <p:spPr>
          <a:xfrm>
            <a:off x="7735680" y="4557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1159;p24"/>
          <p:cNvSpPr/>
          <p:nvPr/>
        </p:nvSpPr>
        <p:spPr>
          <a:xfrm>
            <a:off x="7735680" y="4618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1160;p24"/>
          <p:cNvSpPr/>
          <p:nvPr/>
        </p:nvSpPr>
        <p:spPr>
          <a:xfrm>
            <a:off x="7735680" y="4680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1161;p24"/>
          <p:cNvSpPr/>
          <p:nvPr/>
        </p:nvSpPr>
        <p:spPr>
          <a:xfrm>
            <a:off x="7735680" y="4741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1162;p24"/>
          <p:cNvSpPr/>
          <p:nvPr/>
        </p:nvSpPr>
        <p:spPr>
          <a:xfrm>
            <a:off x="7735680" y="4802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1163;p24"/>
          <p:cNvSpPr/>
          <p:nvPr/>
        </p:nvSpPr>
        <p:spPr>
          <a:xfrm>
            <a:off x="7735680" y="4863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1164;p24"/>
          <p:cNvSpPr/>
          <p:nvPr/>
        </p:nvSpPr>
        <p:spPr>
          <a:xfrm>
            <a:off x="7735680" y="4924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1165;p24"/>
          <p:cNvSpPr/>
          <p:nvPr/>
        </p:nvSpPr>
        <p:spPr>
          <a:xfrm>
            <a:off x="7735680" y="4986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1166;p24"/>
          <p:cNvSpPr/>
          <p:nvPr/>
        </p:nvSpPr>
        <p:spPr>
          <a:xfrm>
            <a:off x="7735680" y="5047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1167;p24"/>
          <p:cNvSpPr/>
          <p:nvPr/>
        </p:nvSpPr>
        <p:spPr>
          <a:xfrm>
            <a:off x="7031520" y="443520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1168;p24"/>
          <p:cNvSpPr/>
          <p:nvPr/>
        </p:nvSpPr>
        <p:spPr>
          <a:xfrm rot="5400000">
            <a:off x="6327360" y="443484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1169;p24"/>
          <p:cNvSpPr/>
          <p:nvPr/>
        </p:nvSpPr>
        <p:spPr>
          <a:xfrm>
            <a:off x="7383600" y="47876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1170;p24"/>
          <p:cNvSpPr/>
          <p:nvPr/>
        </p:nvSpPr>
        <p:spPr>
          <a:xfrm>
            <a:off x="7735680" y="511488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1171;p24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381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923040" y="2317680"/>
            <a:ext cx="4555440" cy="152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</a:defRPr>
            </a:lvl1pPr>
          </a:lstStyle>
          <a:p>
            <a:pPr indent="0" algn="l">
              <a:buNone/>
            </a:pPr>
            <a:r>
              <a: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</a:rPr>
              <a:t>Click to edit the title text format</a:t>
            </a:r>
          </a:p>
        </p:txBody>
      </p:sp>
      <p:sp>
        <p:nvSpPr>
          <p:cNvPr id="250" name="PlaceHolder 2"/>
          <p:cNvSpPr>
            <a:spLocks noGrp="1"/>
          </p:cNvSpPr>
          <p:nvPr>
            <p:ph type="title" hasCustomPrompt="1"/>
          </p:nvPr>
        </p:nvSpPr>
        <p:spPr>
          <a:xfrm>
            <a:off x="923040" y="962280"/>
            <a:ext cx="1872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109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109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109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5830560" y="0"/>
            <a:ext cx="3303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2" name="Google Shape;64;p3"/>
          <p:cNvSpPr/>
          <p:nvPr/>
        </p:nvSpPr>
        <p:spPr>
          <a:xfrm rot="16200000" flipH="1">
            <a:off x="171720" y="1037520"/>
            <a:ext cx="351000" cy="70272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65;p3"/>
          <p:cNvSpPr/>
          <p:nvPr/>
        </p:nvSpPr>
        <p:spPr>
          <a:xfrm rot="16200000" flipH="1">
            <a:off x="171720" y="1390680"/>
            <a:ext cx="351000" cy="70272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66;p3"/>
          <p:cNvSpPr/>
          <p:nvPr/>
        </p:nvSpPr>
        <p:spPr>
          <a:xfrm rot="16200000" flipH="1">
            <a:off x="279720" y="1498320"/>
            <a:ext cx="133920" cy="134280"/>
          </a:xfrm>
          <a:custGeom>
            <a:avLst/>
            <a:gdLst>
              <a:gd name="textAreaLeft" fmla="*/ 360 w 133920"/>
              <a:gd name="textAreaRight" fmla="*/ 13464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67;p3"/>
          <p:cNvSpPr/>
          <p:nvPr/>
        </p:nvSpPr>
        <p:spPr>
          <a:xfrm rot="16200000" flipH="1">
            <a:off x="279720" y="1348200"/>
            <a:ext cx="134280" cy="134280"/>
          </a:xfrm>
          <a:custGeom>
            <a:avLst/>
            <a:gdLst>
              <a:gd name="textAreaLeft" fmla="*/ -360 w 134280"/>
              <a:gd name="textAreaRight" fmla="*/ 13428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68;p3"/>
          <p:cNvSpPr/>
          <p:nvPr/>
        </p:nvSpPr>
        <p:spPr>
          <a:xfrm rot="16200000" flipH="1">
            <a:off x="279720" y="1646640"/>
            <a:ext cx="133920" cy="134280"/>
          </a:xfrm>
          <a:custGeom>
            <a:avLst/>
            <a:gdLst>
              <a:gd name="textAreaLeft" fmla="*/ 360 w 133920"/>
              <a:gd name="textAreaRight" fmla="*/ 13464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69;p3"/>
          <p:cNvSpPr/>
          <p:nvPr/>
        </p:nvSpPr>
        <p:spPr>
          <a:xfrm flipH="1">
            <a:off x="6732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70;p3"/>
          <p:cNvSpPr/>
          <p:nvPr/>
        </p:nvSpPr>
        <p:spPr>
          <a:xfrm flipH="1">
            <a:off x="6732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71;p3"/>
          <p:cNvSpPr/>
          <p:nvPr/>
        </p:nvSpPr>
        <p:spPr>
          <a:xfrm flipH="1">
            <a:off x="6732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72;p3"/>
          <p:cNvSpPr/>
          <p:nvPr/>
        </p:nvSpPr>
        <p:spPr>
          <a:xfrm flipH="1">
            <a:off x="6732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73;p3"/>
          <p:cNvSpPr/>
          <p:nvPr/>
        </p:nvSpPr>
        <p:spPr>
          <a:xfrm flipH="1">
            <a:off x="19080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74;p3"/>
          <p:cNvSpPr/>
          <p:nvPr/>
        </p:nvSpPr>
        <p:spPr>
          <a:xfrm flipH="1">
            <a:off x="19080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75;p3"/>
          <p:cNvSpPr/>
          <p:nvPr/>
        </p:nvSpPr>
        <p:spPr>
          <a:xfrm flipH="1">
            <a:off x="19080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76;p3"/>
          <p:cNvSpPr/>
          <p:nvPr/>
        </p:nvSpPr>
        <p:spPr>
          <a:xfrm flipH="1">
            <a:off x="19080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77;p3"/>
          <p:cNvSpPr/>
          <p:nvPr/>
        </p:nvSpPr>
        <p:spPr>
          <a:xfrm flipH="1">
            <a:off x="31500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78;p3"/>
          <p:cNvSpPr/>
          <p:nvPr/>
        </p:nvSpPr>
        <p:spPr>
          <a:xfrm flipH="1">
            <a:off x="31500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79;p3"/>
          <p:cNvSpPr/>
          <p:nvPr/>
        </p:nvSpPr>
        <p:spPr>
          <a:xfrm flipH="1">
            <a:off x="31500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80;p3"/>
          <p:cNvSpPr/>
          <p:nvPr/>
        </p:nvSpPr>
        <p:spPr>
          <a:xfrm flipH="1">
            <a:off x="31500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81;p3"/>
          <p:cNvSpPr/>
          <p:nvPr/>
        </p:nvSpPr>
        <p:spPr>
          <a:xfrm flipH="1">
            <a:off x="438120" y="107568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82;p3"/>
          <p:cNvSpPr/>
          <p:nvPr/>
        </p:nvSpPr>
        <p:spPr>
          <a:xfrm flipH="1">
            <a:off x="438120" y="97020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83;p3"/>
          <p:cNvSpPr/>
          <p:nvPr/>
        </p:nvSpPr>
        <p:spPr>
          <a:xfrm flipH="1">
            <a:off x="438120" y="86472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84;p3"/>
          <p:cNvSpPr/>
          <p:nvPr/>
        </p:nvSpPr>
        <p:spPr>
          <a:xfrm flipH="1">
            <a:off x="438120" y="75924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85;p3"/>
          <p:cNvSpPr/>
          <p:nvPr/>
        </p:nvSpPr>
        <p:spPr>
          <a:xfrm flipH="1">
            <a:off x="56268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86;p3"/>
          <p:cNvSpPr/>
          <p:nvPr/>
        </p:nvSpPr>
        <p:spPr>
          <a:xfrm flipH="1">
            <a:off x="56268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87;p3"/>
          <p:cNvSpPr/>
          <p:nvPr/>
        </p:nvSpPr>
        <p:spPr>
          <a:xfrm flipH="1">
            <a:off x="56268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88;p3"/>
          <p:cNvSpPr/>
          <p:nvPr/>
        </p:nvSpPr>
        <p:spPr>
          <a:xfrm flipH="1">
            <a:off x="56268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89;p3"/>
          <p:cNvSpPr/>
          <p:nvPr/>
        </p:nvSpPr>
        <p:spPr>
          <a:xfrm rot="10800000" flipH="1">
            <a:off x="-6480" y="4431960"/>
            <a:ext cx="703800" cy="703800"/>
          </a:xfrm>
          <a:custGeom>
            <a:avLst/>
            <a:gdLst>
              <a:gd name="textAreaLeft" fmla="*/ -360 w 703800"/>
              <a:gd name="textAreaRight" fmla="*/ 703800 w 70380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34" h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90;p3"/>
          <p:cNvSpPr/>
          <p:nvPr/>
        </p:nvSpPr>
        <p:spPr>
          <a:xfrm flipH="1">
            <a:off x="-6840" y="3726360"/>
            <a:ext cx="703800" cy="704160"/>
          </a:xfrm>
          <a:custGeom>
            <a:avLst/>
            <a:gdLst>
              <a:gd name="textAreaLeft" fmla="*/ -360 w 703800"/>
              <a:gd name="textAreaRight" fmla="*/ 70380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91;p3"/>
          <p:cNvSpPr/>
          <p:nvPr/>
        </p:nvSpPr>
        <p:spPr>
          <a:xfrm flipH="1">
            <a:off x="-40680" y="3727440"/>
            <a:ext cx="771480" cy="702360"/>
          </a:xfrm>
          <a:custGeom>
            <a:avLst/>
            <a:gdLst>
              <a:gd name="textAreaLeft" fmla="*/ -360 w 771480"/>
              <a:gd name="textAreaRight" fmla="*/ 77148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92;p3"/>
          <p:cNvSpPr/>
          <p:nvPr/>
        </p:nvSpPr>
        <p:spPr>
          <a:xfrm flipH="1">
            <a:off x="115920" y="3848400"/>
            <a:ext cx="459720" cy="460080"/>
          </a:xfrm>
          <a:custGeom>
            <a:avLst/>
            <a:gdLst>
              <a:gd name="textAreaLeft" fmla="*/ -360 w 459720"/>
              <a:gd name="textAreaRight" fmla="*/ 45972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93;p3"/>
          <p:cNvSpPr/>
          <p:nvPr/>
        </p:nvSpPr>
        <p:spPr>
          <a:xfrm flipH="1">
            <a:off x="-5040" y="337572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94;p3"/>
          <p:cNvSpPr/>
          <p:nvPr/>
        </p:nvSpPr>
        <p:spPr>
          <a:xfrm rot="16200000" flipH="1">
            <a:off x="353880" y="345240"/>
            <a:ext cx="352080" cy="352080"/>
          </a:xfrm>
          <a:custGeom>
            <a:avLst/>
            <a:gdLst>
              <a:gd name="textAreaLeft" fmla="*/ 360 w 352080"/>
              <a:gd name="textAreaRight" fmla="*/ 35280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95;p3"/>
          <p:cNvSpPr/>
          <p:nvPr/>
        </p:nvSpPr>
        <p:spPr>
          <a:xfrm rot="16200000" flipH="1">
            <a:off x="1440" y="34524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96;p3"/>
          <p:cNvSpPr/>
          <p:nvPr/>
        </p:nvSpPr>
        <p:spPr>
          <a:xfrm rot="16200000" flipH="1">
            <a:off x="1080" y="-648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97;p3"/>
          <p:cNvSpPr/>
          <p:nvPr/>
        </p:nvSpPr>
        <p:spPr>
          <a:xfrm rot="16200000" flipH="1">
            <a:off x="530640" y="184680"/>
            <a:ext cx="704160" cy="352080"/>
          </a:xfrm>
          <a:custGeom>
            <a:avLst/>
            <a:gdLst>
              <a:gd name="textAreaLeft" fmla="*/ 360 w 704160"/>
              <a:gd name="textAreaRight" fmla="*/ 70488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98;p3"/>
          <p:cNvSpPr/>
          <p:nvPr/>
        </p:nvSpPr>
        <p:spPr>
          <a:xfrm rot="10800000">
            <a:off x="1400760" y="4783680"/>
            <a:ext cx="351720" cy="352080"/>
          </a:xfrm>
          <a:custGeom>
            <a:avLst/>
            <a:gdLst>
              <a:gd name="textAreaLeft" fmla="*/ 0 w 351720"/>
              <a:gd name="textAreaRight" fmla="*/ 352080 w 35172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12" h="902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99;p3"/>
          <p:cNvSpPr/>
          <p:nvPr/>
        </p:nvSpPr>
        <p:spPr>
          <a:xfrm rot="10800000">
            <a:off x="-353160" y="4439160"/>
            <a:ext cx="1048320" cy="703800"/>
          </a:xfrm>
          <a:custGeom>
            <a:avLst/>
            <a:gdLst>
              <a:gd name="textAreaLeft" fmla="*/ 0 w 1048320"/>
              <a:gd name="textAreaRight" fmla="*/ 1048680 w 104832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26852" h="18034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100;p3"/>
          <p:cNvSpPr/>
          <p:nvPr/>
        </p:nvSpPr>
        <p:spPr>
          <a:xfrm rot="10800000">
            <a:off x="169920" y="4615920"/>
            <a:ext cx="351000" cy="352080"/>
          </a:xfrm>
          <a:custGeom>
            <a:avLst/>
            <a:gdLst>
              <a:gd name="textAreaLeft" fmla="*/ 0 w 351000"/>
              <a:gd name="textAreaRight" fmla="*/ 351360 w 35100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02" h="9023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101;p3"/>
          <p:cNvSpPr/>
          <p:nvPr/>
        </p:nvSpPr>
        <p:spPr>
          <a:xfrm>
            <a:off x="696600" y="4791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102;p3"/>
          <p:cNvSpPr/>
          <p:nvPr/>
        </p:nvSpPr>
        <p:spPr>
          <a:xfrm>
            <a:off x="696600" y="4852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103;p3"/>
          <p:cNvSpPr/>
          <p:nvPr/>
        </p:nvSpPr>
        <p:spPr>
          <a:xfrm>
            <a:off x="696600" y="4914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104;p3"/>
          <p:cNvSpPr/>
          <p:nvPr/>
        </p:nvSpPr>
        <p:spPr>
          <a:xfrm>
            <a:off x="696600" y="4975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105;p3"/>
          <p:cNvSpPr/>
          <p:nvPr/>
        </p:nvSpPr>
        <p:spPr>
          <a:xfrm>
            <a:off x="696600" y="5036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106;p3"/>
          <p:cNvSpPr/>
          <p:nvPr/>
        </p:nvSpPr>
        <p:spPr>
          <a:xfrm>
            <a:off x="696600" y="5097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157;p5"/>
          <p:cNvSpPr/>
          <p:nvPr/>
        </p:nvSpPr>
        <p:spPr>
          <a:xfrm>
            <a:off x="7031520" y="443520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158;p5"/>
          <p:cNvSpPr/>
          <p:nvPr/>
        </p:nvSpPr>
        <p:spPr>
          <a:xfrm rot="5400000">
            <a:off x="6327360" y="443484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159;p5"/>
          <p:cNvSpPr/>
          <p:nvPr/>
        </p:nvSpPr>
        <p:spPr>
          <a:xfrm>
            <a:off x="7746120" y="36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160;p5"/>
          <p:cNvSpPr/>
          <p:nvPr/>
        </p:nvSpPr>
        <p:spPr>
          <a:xfrm>
            <a:off x="8098920" y="36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161;p5"/>
          <p:cNvSpPr/>
          <p:nvPr/>
        </p:nvSpPr>
        <p:spPr>
          <a:xfrm>
            <a:off x="8031240" y="28476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162;p5"/>
          <p:cNvSpPr/>
          <p:nvPr/>
        </p:nvSpPr>
        <p:spPr>
          <a:xfrm>
            <a:off x="7880400" y="284760"/>
            <a:ext cx="134280" cy="134280"/>
          </a:xfrm>
          <a:custGeom>
            <a:avLst/>
            <a:gdLst>
              <a:gd name="textAreaLeft" fmla="*/ 0 w 134280"/>
              <a:gd name="textAreaRight" fmla="*/ 13464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163;p5"/>
          <p:cNvSpPr/>
          <p:nvPr/>
        </p:nvSpPr>
        <p:spPr>
          <a:xfrm>
            <a:off x="8179560" y="28476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164;p5"/>
          <p:cNvSpPr/>
          <p:nvPr/>
        </p:nvSpPr>
        <p:spPr>
          <a:xfrm>
            <a:off x="8448840" y="704160"/>
            <a:ext cx="704160" cy="704160"/>
          </a:xfrm>
          <a:custGeom>
            <a:avLst/>
            <a:gdLst>
              <a:gd name="textAreaLeft" fmla="*/ 0 w 704160"/>
              <a:gd name="textAreaRight" fmla="*/ 704520 w 70416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44" h="18044">
                <a:moveTo>
                  <a:pt x="0" y="0"/>
                </a:moveTo>
                <a:lnTo>
                  <a:pt x="0" y="18044"/>
                </a:lnTo>
                <a:lnTo>
                  <a:pt x="18044" y="18044"/>
                </a:lnTo>
                <a:lnTo>
                  <a:pt x="1804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165;p5"/>
          <p:cNvSpPr/>
          <p:nvPr/>
        </p:nvSpPr>
        <p:spPr>
          <a:xfrm>
            <a:off x="901764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57"/>
                  <a:pt x="0" y="805"/>
                </a:cubicBezTo>
                <a:cubicBezTo>
                  <a:pt x="0" y="1243"/>
                  <a:pt x="36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166;p5"/>
          <p:cNvSpPr/>
          <p:nvPr/>
        </p:nvSpPr>
        <p:spPr>
          <a:xfrm>
            <a:off x="901764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57"/>
                  <a:pt x="0" y="805"/>
                </a:cubicBezTo>
                <a:cubicBezTo>
                  <a:pt x="0" y="1242"/>
                  <a:pt x="36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167;p5"/>
          <p:cNvSpPr/>
          <p:nvPr/>
        </p:nvSpPr>
        <p:spPr>
          <a:xfrm>
            <a:off x="901764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168;p5"/>
          <p:cNvSpPr/>
          <p:nvPr/>
        </p:nvSpPr>
        <p:spPr>
          <a:xfrm>
            <a:off x="901764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169;p5"/>
          <p:cNvSpPr/>
          <p:nvPr/>
        </p:nvSpPr>
        <p:spPr>
          <a:xfrm>
            <a:off x="901764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170;p5"/>
          <p:cNvSpPr/>
          <p:nvPr/>
        </p:nvSpPr>
        <p:spPr>
          <a:xfrm>
            <a:off x="901764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171;p5"/>
          <p:cNvSpPr/>
          <p:nvPr/>
        </p:nvSpPr>
        <p:spPr>
          <a:xfrm>
            <a:off x="889380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9" y="1243"/>
                  <a:pt x="1609" y="805"/>
                </a:cubicBezTo>
                <a:cubicBezTo>
                  <a:pt x="1609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172;p5"/>
          <p:cNvSpPr/>
          <p:nvPr/>
        </p:nvSpPr>
        <p:spPr>
          <a:xfrm>
            <a:off x="889380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9" y="1242"/>
                  <a:pt x="1609" y="805"/>
                </a:cubicBezTo>
                <a:cubicBezTo>
                  <a:pt x="1609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173;p5"/>
          <p:cNvSpPr/>
          <p:nvPr/>
        </p:nvSpPr>
        <p:spPr>
          <a:xfrm>
            <a:off x="889380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174;p5"/>
          <p:cNvSpPr/>
          <p:nvPr/>
        </p:nvSpPr>
        <p:spPr>
          <a:xfrm>
            <a:off x="889380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175;p5"/>
          <p:cNvSpPr/>
          <p:nvPr/>
        </p:nvSpPr>
        <p:spPr>
          <a:xfrm>
            <a:off x="889380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176;p5"/>
          <p:cNvSpPr/>
          <p:nvPr/>
        </p:nvSpPr>
        <p:spPr>
          <a:xfrm>
            <a:off x="889380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177;p5"/>
          <p:cNvSpPr/>
          <p:nvPr/>
        </p:nvSpPr>
        <p:spPr>
          <a:xfrm>
            <a:off x="876996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53" y="1609"/>
                  <a:pt x="1609" y="1243"/>
                  <a:pt x="1609" y="805"/>
                </a:cubicBezTo>
                <a:cubicBezTo>
                  <a:pt x="1609" y="35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178;p5"/>
          <p:cNvSpPr/>
          <p:nvPr/>
        </p:nvSpPr>
        <p:spPr>
          <a:xfrm>
            <a:off x="876996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53" y="1609"/>
                  <a:pt x="1609" y="1242"/>
                  <a:pt x="1609" y="805"/>
                </a:cubicBezTo>
                <a:cubicBezTo>
                  <a:pt x="1609" y="35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179;p5"/>
          <p:cNvSpPr/>
          <p:nvPr/>
        </p:nvSpPr>
        <p:spPr>
          <a:xfrm>
            <a:off x="876996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180;p5"/>
          <p:cNvSpPr/>
          <p:nvPr/>
        </p:nvSpPr>
        <p:spPr>
          <a:xfrm>
            <a:off x="876996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181;p5"/>
          <p:cNvSpPr/>
          <p:nvPr/>
        </p:nvSpPr>
        <p:spPr>
          <a:xfrm>
            <a:off x="876996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182;p5"/>
          <p:cNvSpPr/>
          <p:nvPr/>
        </p:nvSpPr>
        <p:spPr>
          <a:xfrm>
            <a:off x="876996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183;p5"/>
          <p:cNvSpPr/>
          <p:nvPr/>
        </p:nvSpPr>
        <p:spPr>
          <a:xfrm>
            <a:off x="8646120" y="12888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184;p5"/>
          <p:cNvSpPr/>
          <p:nvPr/>
        </p:nvSpPr>
        <p:spPr>
          <a:xfrm>
            <a:off x="8646120" y="118332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185;p5"/>
          <p:cNvSpPr/>
          <p:nvPr/>
        </p:nvSpPr>
        <p:spPr>
          <a:xfrm>
            <a:off x="8646120" y="10774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186;p5"/>
          <p:cNvSpPr/>
          <p:nvPr/>
        </p:nvSpPr>
        <p:spPr>
          <a:xfrm>
            <a:off x="8646120" y="9723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187;p5"/>
          <p:cNvSpPr/>
          <p:nvPr/>
        </p:nvSpPr>
        <p:spPr>
          <a:xfrm>
            <a:off x="8646120" y="8668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188;p5"/>
          <p:cNvSpPr/>
          <p:nvPr/>
        </p:nvSpPr>
        <p:spPr>
          <a:xfrm>
            <a:off x="8646120" y="7614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189;p5"/>
          <p:cNvSpPr/>
          <p:nvPr/>
        </p:nvSpPr>
        <p:spPr>
          <a:xfrm>
            <a:off x="8522280" y="12888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190;p5"/>
          <p:cNvSpPr/>
          <p:nvPr/>
        </p:nvSpPr>
        <p:spPr>
          <a:xfrm>
            <a:off x="8522280" y="11833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191;p5"/>
          <p:cNvSpPr/>
          <p:nvPr/>
        </p:nvSpPr>
        <p:spPr>
          <a:xfrm>
            <a:off x="8522280" y="10774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192;p5"/>
          <p:cNvSpPr/>
          <p:nvPr/>
        </p:nvSpPr>
        <p:spPr>
          <a:xfrm>
            <a:off x="8522280" y="9723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193;p5"/>
          <p:cNvSpPr/>
          <p:nvPr/>
        </p:nvSpPr>
        <p:spPr>
          <a:xfrm>
            <a:off x="8522280" y="8668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94;p5"/>
          <p:cNvSpPr/>
          <p:nvPr/>
        </p:nvSpPr>
        <p:spPr>
          <a:xfrm>
            <a:off x="8522280" y="761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95;p5"/>
          <p:cNvSpPr/>
          <p:nvPr/>
        </p:nvSpPr>
        <p:spPr>
          <a:xfrm rot="10800000">
            <a:off x="8448840" y="4434120"/>
            <a:ext cx="703800" cy="703800"/>
          </a:xfrm>
          <a:custGeom>
            <a:avLst/>
            <a:gdLst>
              <a:gd name="textAreaLeft" fmla="*/ 0 w 703800"/>
              <a:gd name="textAreaRight" fmla="*/ 704160 w 70380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34" h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96;p5"/>
          <p:cNvSpPr/>
          <p:nvPr/>
        </p:nvSpPr>
        <p:spPr>
          <a:xfrm rot="10800000">
            <a:off x="8448840" y="443340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3" h="9022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97;p5"/>
          <p:cNvSpPr/>
          <p:nvPr/>
        </p:nvSpPr>
        <p:spPr>
          <a:xfrm rot="10800000">
            <a:off x="8802000" y="4786920"/>
            <a:ext cx="350640" cy="351000"/>
          </a:xfrm>
          <a:custGeom>
            <a:avLst/>
            <a:gdLst>
              <a:gd name="textAreaLeft" fmla="*/ 0 w 350640"/>
              <a:gd name="textAreaRight" fmla="*/ 351000 w 350640"/>
              <a:gd name="textAreaTop" fmla="*/ 0 h 351000"/>
              <a:gd name="textAreaBottom" fmla="*/ 351360 h 351000"/>
            </a:gdLst>
            <a:ahLst/>
            <a:cxnLst/>
            <a:rect l="textAreaLeft" t="textAreaTop" r="textAreaRight" b="textAreaBottom"/>
            <a:pathLst>
              <a:path w="8992" h="900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98;p5"/>
          <p:cNvSpPr/>
          <p:nvPr/>
        </p:nvSpPr>
        <p:spPr>
          <a:xfrm>
            <a:off x="8448480" y="372852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99;p5"/>
          <p:cNvSpPr/>
          <p:nvPr/>
        </p:nvSpPr>
        <p:spPr>
          <a:xfrm>
            <a:off x="8414640" y="3729600"/>
            <a:ext cx="771480" cy="702360"/>
          </a:xfrm>
          <a:custGeom>
            <a:avLst/>
            <a:gdLst>
              <a:gd name="textAreaLeft" fmla="*/ 0 w 771480"/>
              <a:gd name="textAreaRight" fmla="*/ 77184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200;p5"/>
          <p:cNvSpPr/>
          <p:nvPr/>
        </p:nvSpPr>
        <p:spPr>
          <a:xfrm>
            <a:off x="8569800" y="3850560"/>
            <a:ext cx="459720" cy="460080"/>
          </a:xfrm>
          <a:custGeom>
            <a:avLst/>
            <a:gdLst>
              <a:gd name="textAreaLeft" fmla="*/ 0 w 459720"/>
              <a:gd name="textAreaRight" fmla="*/ 46008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201;p5"/>
          <p:cNvSpPr/>
          <p:nvPr/>
        </p:nvSpPr>
        <p:spPr>
          <a:xfrm>
            <a:off x="845928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202;p5"/>
          <p:cNvSpPr/>
          <p:nvPr/>
        </p:nvSpPr>
        <p:spPr>
          <a:xfrm>
            <a:off x="8480880" y="352800"/>
            <a:ext cx="329760" cy="119880"/>
          </a:xfrm>
          <a:custGeom>
            <a:avLst/>
            <a:gdLst>
              <a:gd name="textAreaLeft" fmla="*/ 0 w 329760"/>
              <a:gd name="textAreaRight" fmla="*/ 330120 w 32976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52" h="3076" fill="none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203;p5"/>
          <p:cNvSpPr/>
          <p:nvPr/>
        </p:nvSpPr>
        <p:spPr>
          <a:xfrm>
            <a:off x="854172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204;p5"/>
          <p:cNvSpPr/>
          <p:nvPr/>
        </p:nvSpPr>
        <p:spPr>
          <a:xfrm>
            <a:off x="863532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205;p5"/>
          <p:cNvSpPr/>
          <p:nvPr/>
        </p:nvSpPr>
        <p:spPr>
          <a:xfrm>
            <a:off x="8750160" y="352800"/>
            <a:ext cx="60480" cy="345600"/>
          </a:xfrm>
          <a:custGeom>
            <a:avLst/>
            <a:gdLst>
              <a:gd name="textAreaLeft" fmla="*/ 0 w 60480"/>
              <a:gd name="textAreaRight" fmla="*/ 60840 w 6048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58" h="8859" fill="none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206;p5"/>
          <p:cNvSpPr/>
          <p:nvPr/>
        </p:nvSpPr>
        <p:spPr>
          <a:xfrm>
            <a:off x="8811000" y="352800"/>
            <a:ext cx="60840" cy="345600"/>
          </a:xfrm>
          <a:custGeom>
            <a:avLst/>
            <a:gdLst>
              <a:gd name="textAreaLeft" fmla="*/ 0 w 60840"/>
              <a:gd name="textAreaRight" fmla="*/ 61200 w 608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69" h="8859" fill="none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207;p5"/>
          <p:cNvSpPr/>
          <p:nvPr/>
        </p:nvSpPr>
        <p:spPr>
          <a:xfrm>
            <a:off x="8811000" y="35280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208;p5"/>
          <p:cNvSpPr/>
          <p:nvPr/>
        </p:nvSpPr>
        <p:spPr>
          <a:xfrm>
            <a:off x="8811000" y="35280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209;p5"/>
          <p:cNvSpPr/>
          <p:nvPr/>
        </p:nvSpPr>
        <p:spPr>
          <a:xfrm>
            <a:off x="8811000" y="352800"/>
            <a:ext cx="330120" cy="119880"/>
          </a:xfrm>
          <a:custGeom>
            <a:avLst/>
            <a:gdLst>
              <a:gd name="textAreaLeft" fmla="*/ 0 w 330120"/>
              <a:gd name="textAreaRight" fmla="*/ 330480 w 33012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62" h="3076" fill="none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210;p5"/>
          <p:cNvSpPr/>
          <p:nvPr/>
        </p:nvSpPr>
        <p:spPr>
          <a:xfrm>
            <a:off x="8811000" y="35280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211;p5"/>
          <p:cNvSpPr/>
          <p:nvPr/>
        </p:nvSpPr>
        <p:spPr>
          <a:xfrm>
            <a:off x="8811000" y="232200"/>
            <a:ext cx="330120" cy="120240"/>
          </a:xfrm>
          <a:custGeom>
            <a:avLst/>
            <a:gdLst>
              <a:gd name="textAreaLeft" fmla="*/ 0 w 330120"/>
              <a:gd name="textAreaRight" fmla="*/ 330480 w 33012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62" h="3087" fill="none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212;p5"/>
          <p:cNvSpPr/>
          <p:nvPr/>
        </p:nvSpPr>
        <p:spPr>
          <a:xfrm>
            <a:off x="881100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213;p5"/>
          <p:cNvSpPr/>
          <p:nvPr/>
        </p:nvSpPr>
        <p:spPr>
          <a:xfrm>
            <a:off x="881100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214;p5"/>
          <p:cNvSpPr/>
          <p:nvPr/>
        </p:nvSpPr>
        <p:spPr>
          <a:xfrm>
            <a:off x="8811000" y="6480"/>
            <a:ext cx="60840" cy="345960"/>
          </a:xfrm>
          <a:custGeom>
            <a:avLst/>
            <a:gdLst>
              <a:gd name="textAreaLeft" fmla="*/ 0 w 60840"/>
              <a:gd name="textAreaRight" fmla="*/ 61200 w 6084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69" h="8870" fill="none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215;p5"/>
          <p:cNvSpPr/>
          <p:nvPr/>
        </p:nvSpPr>
        <p:spPr>
          <a:xfrm>
            <a:off x="875016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1025">
            <a:solidFill>
              <a:srgbClr val="262B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216;p5"/>
          <p:cNvSpPr/>
          <p:nvPr/>
        </p:nvSpPr>
        <p:spPr>
          <a:xfrm>
            <a:off x="8750160" y="648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217;p5"/>
          <p:cNvSpPr/>
          <p:nvPr/>
        </p:nvSpPr>
        <p:spPr>
          <a:xfrm>
            <a:off x="8635320" y="4824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218;p5"/>
          <p:cNvSpPr/>
          <p:nvPr/>
        </p:nvSpPr>
        <p:spPr>
          <a:xfrm>
            <a:off x="8541720" y="12636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219;p5"/>
          <p:cNvSpPr/>
          <p:nvPr/>
        </p:nvSpPr>
        <p:spPr>
          <a:xfrm>
            <a:off x="8480880" y="232200"/>
            <a:ext cx="329760" cy="120240"/>
          </a:xfrm>
          <a:custGeom>
            <a:avLst/>
            <a:gdLst>
              <a:gd name="textAreaLeft" fmla="*/ 0 w 329760"/>
              <a:gd name="textAreaRight" fmla="*/ 330120 w 32976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52" h="3087" fill="none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220;p5"/>
          <p:cNvSpPr/>
          <p:nvPr/>
        </p:nvSpPr>
        <p:spPr>
          <a:xfrm rot="5400000">
            <a:off x="8623800" y="3200040"/>
            <a:ext cx="704160" cy="352080"/>
          </a:xfrm>
          <a:custGeom>
            <a:avLst/>
            <a:gdLst>
              <a:gd name="textAreaLeft" fmla="*/ 0 w 704160"/>
              <a:gd name="textAreaRight" fmla="*/ 70452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221;p5"/>
          <p:cNvSpPr/>
          <p:nvPr/>
        </p:nvSpPr>
        <p:spPr>
          <a:xfrm rot="5400000" flipH="1">
            <a:off x="7745760" y="704520"/>
            <a:ext cx="352080" cy="352080"/>
          </a:xfrm>
          <a:custGeom>
            <a:avLst/>
            <a:gdLst>
              <a:gd name="textAreaLeft" fmla="*/ 360 w 352080"/>
              <a:gd name="textAreaRight" fmla="*/ 35280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222;p5"/>
          <p:cNvSpPr/>
          <p:nvPr/>
        </p:nvSpPr>
        <p:spPr>
          <a:xfrm rot="5400000" flipH="1">
            <a:off x="8097120" y="70488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223;p5"/>
          <p:cNvSpPr/>
          <p:nvPr/>
        </p:nvSpPr>
        <p:spPr>
          <a:xfrm rot="5400000" flipH="1">
            <a:off x="8097480" y="105696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224;p5"/>
          <p:cNvSpPr/>
          <p:nvPr/>
        </p:nvSpPr>
        <p:spPr>
          <a:xfrm>
            <a:off x="7735680" y="4435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225;p5"/>
          <p:cNvSpPr/>
          <p:nvPr/>
        </p:nvSpPr>
        <p:spPr>
          <a:xfrm>
            <a:off x="7735680" y="4496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226;p5"/>
          <p:cNvSpPr/>
          <p:nvPr/>
        </p:nvSpPr>
        <p:spPr>
          <a:xfrm>
            <a:off x="7735680" y="4557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227;p5"/>
          <p:cNvSpPr/>
          <p:nvPr/>
        </p:nvSpPr>
        <p:spPr>
          <a:xfrm>
            <a:off x="7735680" y="4618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228;p5"/>
          <p:cNvSpPr/>
          <p:nvPr/>
        </p:nvSpPr>
        <p:spPr>
          <a:xfrm>
            <a:off x="7735680" y="4680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229;p5"/>
          <p:cNvSpPr/>
          <p:nvPr/>
        </p:nvSpPr>
        <p:spPr>
          <a:xfrm>
            <a:off x="7735680" y="4741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230;p5"/>
          <p:cNvSpPr/>
          <p:nvPr/>
        </p:nvSpPr>
        <p:spPr>
          <a:xfrm>
            <a:off x="7735680" y="4802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Google Shape;231;p5"/>
          <p:cNvSpPr/>
          <p:nvPr/>
        </p:nvSpPr>
        <p:spPr>
          <a:xfrm>
            <a:off x="7735680" y="4863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232;p5"/>
          <p:cNvSpPr/>
          <p:nvPr/>
        </p:nvSpPr>
        <p:spPr>
          <a:xfrm>
            <a:off x="7735680" y="4924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233;p5"/>
          <p:cNvSpPr/>
          <p:nvPr/>
        </p:nvSpPr>
        <p:spPr>
          <a:xfrm>
            <a:off x="7735680" y="4986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234;p5"/>
          <p:cNvSpPr/>
          <p:nvPr/>
        </p:nvSpPr>
        <p:spPr>
          <a:xfrm>
            <a:off x="7735680" y="5047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235;p5"/>
          <p:cNvSpPr/>
          <p:nvPr/>
        </p:nvSpPr>
        <p:spPr>
          <a:xfrm>
            <a:off x="7735680" y="5109120"/>
            <a:ext cx="703800" cy="29880"/>
          </a:xfrm>
          <a:custGeom>
            <a:avLst/>
            <a:gdLst>
              <a:gd name="textAreaLeft" fmla="*/ 0 w 703800"/>
              <a:gd name="textAreaRight" fmla="*/ 704160 w 70380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34" h="775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236;p5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381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Google Shape;237;p5"/>
          <p:cNvSpPr/>
          <p:nvPr/>
        </p:nvSpPr>
        <p:spPr>
          <a:xfrm>
            <a:off x="7034760" y="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238;p5"/>
          <p:cNvSpPr/>
          <p:nvPr/>
        </p:nvSpPr>
        <p:spPr>
          <a:xfrm>
            <a:off x="7034760" y="612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239;p5"/>
          <p:cNvSpPr/>
          <p:nvPr/>
        </p:nvSpPr>
        <p:spPr>
          <a:xfrm>
            <a:off x="7034760" y="1224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240;p5"/>
          <p:cNvSpPr/>
          <p:nvPr/>
        </p:nvSpPr>
        <p:spPr>
          <a:xfrm>
            <a:off x="7034760" y="1836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241;p5"/>
          <p:cNvSpPr/>
          <p:nvPr/>
        </p:nvSpPr>
        <p:spPr>
          <a:xfrm>
            <a:off x="7034760" y="2448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6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242;p5"/>
          <p:cNvSpPr/>
          <p:nvPr/>
        </p:nvSpPr>
        <p:spPr>
          <a:xfrm>
            <a:off x="7383600" y="47876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249;p6"/>
          <p:cNvSpPr/>
          <p:nvPr/>
        </p:nvSpPr>
        <p:spPr>
          <a:xfrm>
            <a:off x="8791560" y="3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250;p6"/>
          <p:cNvSpPr/>
          <p:nvPr/>
        </p:nvSpPr>
        <p:spPr>
          <a:xfrm>
            <a:off x="8439840" y="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251;p6"/>
          <p:cNvSpPr/>
          <p:nvPr/>
        </p:nvSpPr>
        <p:spPr>
          <a:xfrm>
            <a:off x="7735680" y="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252;p6"/>
          <p:cNvSpPr/>
          <p:nvPr/>
        </p:nvSpPr>
        <p:spPr>
          <a:xfrm>
            <a:off x="7735680" y="61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253;p6"/>
          <p:cNvSpPr/>
          <p:nvPr/>
        </p:nvSpPr>
        <p:spPr>
          <a:xfrm>
            <a:off x="7735680" y="122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254;p6"/>
          <p:cNvSpPr/>
          <p:nvPr/>
        </p:nvSpPr>
        <p:spPr>
          <a:xfrm>
            <a:off x="7735680" y="183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255;p6"/>
          <p:cNvSpPr/>
          <p:nvPr/>
        </p:nvSpPr>
        <p:spPr>
          <a:xfrm>
            <a:off x="7735680" y="244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256;p6"/>
          <p:cNvSpPr/>
          <p:nvPr/>
        </p:nvSpPr>
        <p:spPr>
          <a:xfrm>
            <a:off x="7735680" y="306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257;p6"/>
          <p:cNvSpPr/>
          <p:nvPr/>
        </p:nvSpPr>
        <p:spPr>
          <a:xfrm>
            <a:off x="7031520" y="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258;p6"/>
          <p:cNvSpPr/>
          <p:nvPr/>
        </p:nvSpPr>
        <p:spPr>
          <a:xfrm rot="16200000">
            <a:off x="0" y="36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259;p6"/>
          <p:cNvSpPr/>
          <p:nvPr/>
        </p:nvSpPr>
        <p:spPr>
          <a:xfrm>
            <a:off x="8791560" y="35244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260;p6"/>
          <p:cNvSpPr/>
          <p:nvPr/>
        </p:nvSpPr>
        <p:spPr>
          <a:xfrm>
            <a:off x="7735680" y="3675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261;p6"/>
          <p:cNvSpPr/>
          <p:nvPr/>
        </p:nvSpPr>
        <p:spPr>
          <a:xfrm>
            <a:off x="7735680" y="4287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262;p6"/>
          <p:cNvSpPr/>
          <p:nvPr/>
        </p:nvSpPr>
        <p:spPr>
          <a:xfrm>
            <a:off x="7735680" y="4899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263;p6"/>
          <p:cNvSpPr/>
          <p:nvPr/>
        </p:nvSpPr>
        <p:spPr>
          <a:xfrm>
            <a:off x="7735680" y="5511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264;p6"/>
          <p:cNvSpPr/>
          <p:nvPr/>
        </p:nvSpPr>
        <p:spPr>
          <a:xfrm>
            <a:off x="7735680" y="6123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265;p6"/>
          <p:cNvSpPr/>
          <p:nvPr/>
        </p:nvSpPr>
        <p:spPr>
          <a:xfrm>
            <a:off x="7735680" y="673920"/>
            <a:ext cx="703800" cy="29880"/>
          </a:xfrm>
          <a:custGeom>
            <a:avLst/>
            <a:gdLst>
              <a:gd name="textAreaLeft" fmla="*/ 0 w 703800"/>
              <a:gd name="textAreaRight" fmla="*/ 704160 w 70380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34" h="775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266;p6"/>
          <p:cNvSpPr/>
          <p:nvPr/>
        </p:nvSpPr>
        <p:spPr>
          <a:xfrm>
            <a:off x="7383600" y="3524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267;p6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2857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IN" sz="10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0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5" name="Google Shape;333;p8"/>
          <p:cNvSpPr/>
          <p:nvPr/>
        </p:nvSpPr>
        <p:spPr>
          <a:xfrm>
            <a:off x="8406360" y="5508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334;p8"/>
          <p:cNvSpPr/>
          <p:nvPr/>
        </p:nvSpPr>
        <p:spPr>
          <a:xfrm>
            <a:off x="8406360" y="612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335;p8"/>
          <p:cNvSpPr/>
          <p:nvPr/>
        </p:nvSpPr>
        <p:spPr>
          <a:xfrm>
            <a:off x="8406360" y="6735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336;p8"/>
          <p:cNvSpPr/>
          <p:nvPr/>
        </p:nvSpPr>
        <p:spPr>
          <a:xfrm>
            <a:off x="8406360" y="7347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337;p8"/>
          <p:cNvSpPr/>
          <p:nvPr/>
        </p:nvSpPr>
        <p:spPr>
          <a:xfrm>
            <a:off x="8406360" y="7959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6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338;p8"/>
          <p:cNvSpPr/>
          <p:nvPr/>
        </p:nvSpPr>
        <p:spPr>
          <a:xfrm>
            <a:off x="8406360" y="8571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339;p8"/>
          <p:cNvSpPr/>
          <p:nvPr/>
        </p:nvSpPr>
        <p:spPr>
          <a:xfrm>
            <a:off x="8406360" y="918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340;p8"/>
          <p:cNvSpPr/>
          <p:nvPr/>
        </p:nvSpPr>
        <p:spPr>
          <a:xfrm>
            <a:off x="8406360" y="9795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341;p8"/>
          <p:cNvSpPr/>
          <p:nvPr/>
        </p:nvSpPr>
        <p:spPr>
          <a:xfrm>
            <a:off x="8406360" y="10404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342;p8"/>
          <p:cNvSpPr/>
          <p:nvPr/>
        </p:nvSpPr>
        <p:spPr>
          <a:xfrm>
            <a:off x="8406360" y="11019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343;p8"/>
          <p:cNvSpPr/>
          <p:nvPr/>
        </p:nvSpPr>
        <p:spPr>
          <a:xfrm>
            <a:off x="8406360" y="11628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344;p8"/>
          <p:cNvSpPr/>
          <p:nvPr/>
        </p:nvSpPr>
        <p:spPr>
          <a:xfrm>
            <a:off x="8406360" y="12240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Google Shape;345;p8"/>
          <p:cNvSpPr/>
          <p:nvPr/>
        </p:nvSpPr>
        <p:spPr>
          <a:xfrm>
            <a:off x="8406000" y="125460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Google Shape;346;p8"/>
          <p:cNvSpPr/>
          <p:nvPr/>
        </p:nvSpPr>
        <p:spPr>
          <a:xfrm>
            <a:off x="8372160" y="1255680"/>
            <a:ext cx="771480" cy="702360"/>
          </a:xfrm>
          <a:custGeom>
            <a:avLst/>
            <a:gdLst>
              <a:gd name="textAreaLeft" fmla="*/ 0 w 771480"/>
              <a:gd name="textAreaRight" fmla="*/ 77184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Google Shape;347;p8"/>
          <p:cNvSpPr/>
          <p:nvPr/>
        </p:nvSpPr>
        <p:spPr>
          <a:xfrm>
            <a:off x="8527320" y="1377000"/>
            <a:ext cx="459720" cy="460080"/>
          </a:xfrm>
          <a:custGeom>
            <a:avLst/>
            <a:gdLst>
              <a:gd name="textAreaLeft" fmla="*/ 0 w 459720"/>
              <a:gd name="textAreaRight" fmla="*/ 46008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Google Shape;348;p8"/>
          <p:cNvSpPr/>
          <p:nvPr/>
        </p:nvSpPr>
        <p:spPr>
          <a:xfrm>
            <a:off x="8423640" y="19908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Google Shape;349;p8"/>
          <p:cNvSpPr/>
          <p:nvPr/>
        </p:nvSpPr>
        <p:spPr>
          <a:xfrm>
            <a:off x="8444880" y="199080"/>
            <a:ext cx="329760" cy="119880"/>
          </a:xfrm>
          <a:custGeom>
            <a:avLst/>
            <a:gdLst>
              <a:gd name="textAreaLeft" fmla="*/ 0 w 329760"/>
              <a:gd name="textAreaRight" fmla="*/ 330120 w 32976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52" h="3076" fill="none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Google Shape;350;p8"/>
          <p:cNvSpPr/>
          <p:nvPr/>
        </p:nvSpPr>
        <p:spPr>
          <a:xfrm>
            <a:off x="8505720" y="19908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Google Shape;351;p8"/>
          <p:cNvSpPr/>
          <p:nvPr/>
        </p:nvSpPr>
        <p:spPr>
          <a:xfrm>
            <a:off x="8599320" y="19908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Google Shape;352;p8"/>
          <p:cNvSpPr/>
          <p:nvPr/>
        </p:nvSpPr>
        <p:spPr>
          <a:xfrm>
            <a:off x="8714160" y="199080"/>
            <a:ext cx="60480" cy="345600"/>
          </a:xfrm>
          <a:custGeom>
            <a:avLst/>
            <a:gdLst>
              <a:gd name="textAreaLeft" fmla="*/ 0 w 60480"/>
              <a:gd name="textAreaRight" fmla="*/ 60840 w 6048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58" h="8859" fill="none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Google Shape;353;p8"/>
          <p:cNvSpPr/>
          <p:nvPr/>
        </p:nvSpPr>
        <p:spPr>
          <a:xfrm>
            <a:off x="8775000" y="199080"/>
            <a:ext cx="60840" cy="345600"/>
          </a:xfrm>
          <a:custGeom>
            <a:avLst/>
            <a:gdLst>
              <a:gd name="textAreaLeft" fmla="*/ 0 w 60840"/>
              <a:gd name="textAreaRight" fmla="*/ 61200 w 608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69" h="8859" fill="none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Google Shape;354;p8"/>
          <p:cNvSpPr/>
          <p:nvPr/>
        </p:nvSpPr>
        <p:spPr>
          <a:xfrm>
            <a:off x="8775000" y="199080"/>
            <a:ext cx="175320" cy="303840"/>
          </a:xfrm>
          <a:custGeom>
            <a:avLst/>
            <a:gdLst>
              <a:gd name="textAreaLeft" fmla="*/ 0 w 175320"/>
              <a:gd name="textAreaRight" fmla="*/ 17568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355;p8"/>
          <p:cNvSpPr/>
          <p:nvPr/>
        </p:nvSpPr>
        <p:spPr>
          <a:xfrm>
            <a:off x="8775000" y="199080"/>
            <a:ext cx="268920" cy="225360"/>
          </a:xfrm>
          <a:custGeom>
            <a:avLst/>
            <a:gdLst>
              <a:gd name="textAreaLeft" fmla="*/ 0 w 268920"/>
              <a:gd name="textAreaRight" fmla="*/ 26928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356;p8"/>
          <p:cNvSpPr/>
          <p:nvPr/>
        </p:nvSpPr>
        <p:spPr>
          <a:xfrm>
            <a:off x="8775000" y="199080"/>
            <a:ext cx="330120" cy="119880"/>
          </a:xfrm>
          <a:custGeom>
            <a:avLst/>
            <a:gdLst>
              <a:gd name="textAreaLeft" fmla="*/ 0 w 330120"/>
              <a:gd name="textAreaRight" fmla="*/ 330480 w 33012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62" h="3076" fill="none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Google Shape;357;p8"/>
          <p:cNvSpPr/>
          <p:nvPr/>
        </p:nvSpPr>
        <p:spPr>
          <a:xfrm>
            <a:off x="8775000" y="199080"/>
            <a:ext cx="351000" cy="360"/>
          </a:xfrm>
          <a:custGeom>
            <a:avLst/>
            <a:gdLst>
              <a:gd name="textAreaLeft" fmla="*/ 0 w 351000"/>
              <a:gd name="textAreaRight" fmla="*/ 35136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358;p8"/>
          <p:cNvSpPr/>
          <p:nvPr/>
        </p:nvSpPr>
        <p:spPr>
          <a:xfrm>
            <a:off x="8775000" y="78480"/>
            <a:ext cx="330120" cy="120240"/>
          </a:xfrm>
          <a:custGeom>
            <a:avLst/>
            <a:gdLst>
              <a:gd name="textAreaLeft" fmla="*/ 0 w 330120"/>
              <a:gd name="textAreaRight" fmla="*/ 330480 w 33012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62" h="3087" fill="none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359;p8"/>
          <p:cNvSpPr/>
          <p:nvPr/>
        </p:nvSpPr>
        <p:spPr>
          <a:xfrm>
            <a:off x="8775000" y="-2700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Google Shape;360;p8"/>
          <p:cNvSpPr/>
          <p:nvPr/>
        </p:nvSpPr>
        <p:spPr>
          <a:xfrm>
            <a:off x="8775000" y="-10548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Google Shape;361;p8"/>
          <p:cNvSpPr/>
          <p:nvPr/>
        </p:nvSpPr>
        <p:spPr>
          <a:xfrm>
            <a:off x="8775000" y="-147240"/>
            <a:ext cx="60840" cy="345960"/>
          </a:xfrm>
          <a:custGeom>
            <a:avLst/>
            <a:gdLst>
              <a:gd name="textAreaLeft" fmla="*/ 0 w 60840"/>
              <a:gd name="textAreaRight" fmla="*/ 61200 w 6084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69" h="8870" fill="none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Google Shape;362;p8"/>
          <p:cNvSpPr/>
          <p:nvPr/>
        </p:nvSpPr>
        <p:spPr>
          <a:xfrm>
            <a:off x="8714160" y="-14724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1025">
            <a:solidFill>
              <a:srgbClr val="262B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Google Shape;363;p8"/>
          <p:cNvSpPr/>
          <p:nvPr/>
        </p:nvSpPr>
        <p:spPr>
          <a:xfrm>
            <a:off x="8714160" y="-147240"/>
            <a:ext cx="60480" cy="345960"/>
          </a:xfrm>
          <a:custGeom>
            <a:avLst/>
            <a:gdLst>
              <a:gd name="textAreaLeft" fmla="*/ 0 w 60480"/>
              <a:gd name="textAreaRight" fmla="*/ 6084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Google Shape;364;p8"/>
          <p:cNvSpPr/>
          <p:nvPr/>
        </p:nvSpPr>
        <p:spPr>
          <a:xfrm>
            <a:off x="8599320" y="-105480"/>
            <a:ext cx="175320" cy="304200"/>
          </a:xfrm>
          <a:custGeom>
            <a:avLst/>
            <a:gdLst>
              <a:gd name="textAreaLeft" fmla="*/ 0 w 175320"/>
              <a:gd name="textAreaRight" fmla="*/ 17568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Google Shape;365;p8"/>
          <p:cNvSpPr/>
          <p:nvPr/>
        </p:nvSpPr>
        <p:spPr>
          <a:xfrm>
            <a:off x="8505720" y="-27000"/>
            <a:ext cx="268920" cy="226080"/>
          </a:xfrm>
          <a:custGeom>
            <a:avLst/>
            <a:gdLst>
              <a:gd name="textAreaLeft" fmla="*/ 0 w 268920"/>
              <a:gd name="textAreaRight" fmla="*/ 26928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Google Shape;366;p8"/>
          <p:cNvSpPr/>
          <p:nvPr/>
        </p:nvSpPr>
        <p:spPr>
          <a:xfrm>
            <a:off x="8444880" y="78480"/>
            <a:ext cx="329760" cy="120240"/>
          </a:xfrm>
          <a:custGeom>
            <a:avLst/>
            <a:gdLst>
              <a:gd name="textAreaLeft" fmla="*/ 0 w 329760"/>
              <a:gd name="textAreaRight" fmla="*/ 330120 w 32976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52" h="3087" fill="none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Google Shape;367;p8"/>
          <p:cNvSpPr/>
          <p:nvPr/>
        </p:nvSpPr>
        <p:spPr>
          <a:xfrm>
            <a:off x="7700760" y="-153360"/>
            <a:ext cx="704160" cy="703800"/>
          </a:xfrm>
          <a:custGeom>
            <a:avLst/>
            <a:gdLst>
              <a:gd name="textAreaLeft" fmla="*/ 0 w 704160"/>
              <a:gd name="textAreaRight" fmla="*/ 704520 w 70416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368;p8"/>
          <p:cNvSpPr/>
          <p:nvPr/>
        </p:nvSpPr>
        <p:spPr>
          <a:xfrm>
            <a:off x="7701480" y="-152280"/>
            <a:ext cx="702720" cy="702720"/>
          </a:xfrm>
          <a:custGeom>
            <a:avLst/>
            <a:gdLst>
              <a:gd name="textAreaLeft" fmla="*/ 0 w 702720"/>
              <a:gd name="textAreaRight" fmla="*/ 703080 w 70272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18004" h="18003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Google Shape;369;p8"/>
          <p:cNvSpPr/>
          <p:nvPr/>
        </p:nvSpPr>
        <p:spPr>
          <a:xfrm>
            <a:off x="7801560" y="-31320"/>
            <a:ext cx="504720" cy="460080"/>
          </a:xfrm>
          <a:custGeom>
            <a:avLst/>
            <a:gdLst>
              <a:gd name="textAreaLeft" fmla="*/ 0 w 504720"/>
              <a:gd name="textAreaRight" fmla="*/ 505080 w 504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2933" h="11792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Google Shape;370;p8"/>
          <p:cNvSpPr/>
          <p:nvPr/>
        </p:nvSpPr>
        <p:spPr>
          <a:xfrm>
            <a:off x="8764560" y="195948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Google Shape;371;p8"/>
          <p:cNvSpPr/>
          <p:nvPr/>
        </p:nvSpPr>
        <p:spPr>
          <a:xfrm>
            <a:off x="6996240" y="-153360"/>
            <a:ext cx="704160" cy="352080"/>
          </a:xfrm>
          <a:custGeom>
            <a:avLst/>
            <a:gdLst>
              <a:gd name="textAreaLeft" fmla="*/ 0 w 704160"/>
              <a:gd name="textAreaRight" fmla="*/ 70452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372;p8"/>
          <p:cNvSpPr/>
          <p:nvPr/>
        </p:nvSpPr>
        <p:spPr>
          <a:xfrm>
            <a:off x="7524000" y="180720"/>
            <a:ext cx="360" cy="17640"/>
          </a:xfrm>
          <a:custGeom>
            <a:avLst/>
            <a:gdLst>
              <a:gd name="textAreaLeft" fmla="*/ 0 w 360"/>
              <a:gd name="textAreaRight" fmla="*/ 720 w 36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1" h="460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373;p8"/>
          <p:cNvSpPr/>
          <p:nvPr/>
        </p:nvSpPr>
        <p:spPr>
          <a:xfrm>
            <a:off x="2464560" y="495648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374;p8"/>
          <p:cNvSpPr/>
          <p:nvPr/>
        </p:nvSpPr>
        <p:spPr>
          <a:xfrm>
            <a:off x="2464560" y="460440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375;p8"/>
          <p:cNvSpPr/>
          <p:nvPr/>
        </p:nvSpPr>
        <p:spPr>
          <a:xfrm>
            <a:off x="2112840" y="46040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376;p8"/>
          <p:cNvSpPr/>
          <p:nvPr/>
        </p:nvSpPr>
        <p:spPr>
          <a:xfrm>
            <a:off x="1408680" y="46040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377;p8"/>
          <p:cNvSpPr/>
          <p:nvPr/>
        </p:nvSpPr>
        <p:spPr>
          <a:xfrm>
            <a:off x="1408680" y="46652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378;p8"/>
          <p:cNvSpPr/>
          <p:nvPr/>
        </p:nvSpPr>
        <p:spPr>
          <a:xfrm>
            <a:off x="1408680" y="47264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379;p8"/>
          <p:cNvSpPr/>
          <p:nvPr/>
        </p:nvSpPr>
        <p:spPr>
          <a:xfrm>
            <a:off x="1408680" y="47876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380;p8"/>
          <p:cNvSpPr/>
          <p:nvPr/>
        </p:nvSpPr>
        <p:spPr>
          <a:xfrm>
            <a:off x="1408680" y="48488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381;p8"/>
          <p:cNvSpPr/>
          <p:nvPr/>
        </p:nvSpPr>
        <p:spPr>
          <a:xfrm>
            <a:off x="1408680" y="491004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382;p8"/>
          <p:cNvSpPr/>
          <p:nvPr/>
        </p:nvSpPr>
        <p:spPr>
          <a:xfrm>
            <a:off x="1408680" y="4971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383;p8"/>
          <p:cNvSpPr/>
          <p:nvPr/>
        </p:nvSpPr>
        <p:spPr>
          <a:xfrm>
            <a:off x="1408680" y="5032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384;p8"/>
          <p:cNvSpPr/>
          <p:nvPr/>
        </p:nvSpPr>
        <p:spPr>
          <a:xfrm>
            <a:off x="1408680" y="5094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385;p8"/>
          <p:cNvSpPr/>
          <p:nvPr/>
        </p:nvSpPr>
        <p:spPr>
          <a:xfrm>
            <a:off x="1408680" y="5155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386;p8"/>
          <p:cNvSpPr/>
          <p:nvPr/>
        </p:nvSpPr>
        <p:spPr>
          <a:xfrm>
            <a:off x="1408680" y="5216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Google Shape;387;p8"/>
          <p:cNvSpPr/>
          <p:nvPr/>
        </p:nvSpPr>
        <p:spPr>
          <a:xfrm>
            <a:off x="704520" y="460404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388;p8"/>
          <p:cNvSpPr/>
          <p:nvPr/>
        </p:nvSpPr>
        <p:spPr>
          <a:xfrm rot="5400000">
            <a:off x="360" y="460368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389;p8"/>
          <p:cNvSpPr/>
          <p:nvPr/>
        </p:nvSpPr>
        <p:spPr>
          <a:xfrm>
            <a:off x="1056600" y="495648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390;p8"/>
          <p:cNvSpPr/>
          <p:nvPr/>
        </p:nvSpPr>
        <p:spPr>
          <a:xfrm>
            <a:off x="1408680" y="528408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IN" sz="15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5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4" name="Google Shape;394;p9"/>
          <p:cNvSpPr/>
          <p:nvPr/>
        </p:nvSpPr>
        <p:spPr>
          <a:xfrm rot="16200000" flipH="1">
            <a:off x="-360" y="3704760"/>
            <a:ext cx="385560" cy="385560"/>
          </a:xfrm>
          <a:custGeom>
            <a:avLst/>
            <a:gdLst>
              <a:gd name="textAreaLeft" fmla="*/ -360 w 385560"/>
              <a:gd name="textAreaRight" fmla="*/ 385560 w 385560"/>
              <a:gd name="textAreaTop" fmla="*/ 0 h 385560"/>
              <a:gd name="textAreaBottom" fmla="*/ 385920 h 3855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395;p9"/>
          <p:cNvSpPr/>
          <p:nvPr/>
        </p:nvSpPr>
        <p:spPr>
          <a:xfrm rot="10800000" flipH="1">
            <a:off x="-360" y="3319200"/>
            <a:ext cx="385560" cy="385560"/>
          </a:xfrm>
          <a:custGeom>
            <a:avLst/>
            <a:gdLst>
              <a:gd name="textAreaLeft" fmla="*/ -360 w 385560"/>
              <a:gd name="textAreaRight" fmla="*/ 385560 w 385560"/>
              <a:gd name="textAreaTop" fmla="*/ 0 h 385560"/>
              <a:gd name="textAreaBottom" fmla="*/ 385920 h 3855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396;p9"/>
          <p:cNvSpPr/>
          <p:nvPr/>
        </p:nvSpPr>
        <p:spPr>
          <a:xfrm rot="16200000" flipH="1">
            <a:off x="3762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397;p9"/>
          <p:cNvSpPr/>
          <p:nvPr/>
        </p:nvSpPr>
        <p:spPr>
          <a:xfrm rot="16200000" flipH="1">
            <a:off x="4374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398;p9"/>
          <p:cNvSpPr/>
          <p:nvPr/>
        </p:nvSpPr>
        <p:spPr>
          <a:xfrm rot="16200000" flipH="1">
            <a:off x="4986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399;p9"/>
          <p:cNvSpPr/>
          <p:nvPr/>
        </p:nvSpPr>
        <p:spPr>
          <a:xfrm rot="16200000" flipH="1">
            <a:off x="5598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Google Shape;400;p9"/>
          <p:cNvSpPr/>
          <p:nvPr/>
        </p:nvSpPr>
        <p:spPr>
          <a:xfrm rot="16200000" flipH="1">
            <a:off x="6210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6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Google Shape;401;p9"/>
          <p:cNvSpPr/>
          <p:nvPr/>
        </p:nvSpPr>
        <p:spPr>
          <a:xfrm rot="16200000" flipH="1">
            <a:off x="6822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402;p9"/>
          <p:cNvSpPr/>
          <p:nvPr/>
        </p:nvSpPr>
        <p:spPr>
          <a:xfrm rot="16200000" flipH="1">
            <a:off x="74376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403;p9"/>
          <p:cNvSpPr/>
          <p:nvPr/>
        </p:nvSpPr>
        <p:spPr>
          <a:xfrm rot="16200000" flipH="1">
            <a:off x="803880" y="4768200"/>
            <a:ext cx="703440" cy="29880"/>
          </a:xfrm>
          <a:custGeom>
            <a:avLst/>
            <a:gdLst>
              <a:gd name="textAreaLeft" fmla="*/ 360 w 703440"/>
              <a:gd name="textAreaRight" fmla="*/ 70416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404;p9"/>
          <p:cNvSpPr/>
          <p:nvPr/>
        </p:nvSpPr>
        <p:spPr>
          <a:xfrm rot="16200000" flipH="1">
            <a:off x="8658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405;p9"/>
          <p:cNvSpPr/>
          <p:nvPr/>
        </p:nvSpPr>
        <p:spPr>
          <a:xfrm rot="16200000" flipH="1">
            <a:off x="926280" y="4768200"/>
            <a:ext cx="703440" cy="29880"/>
          </a:xfrm>
          <a:custGeom>
            <a:avLst/>
            <a:gdLst>
              <a:gd name="textAreaLeft" fmla="*/ 360 w 703440"/>
              <a:gd name="textAreaRight" fmla="*/ 70416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Google Shape;406;p9"/>
          <p:cNvSpPr/>
          <p:nvPr/>
        </p:nvSpPr>
        <p:spPr>
          <a:xfrm rot="16200000" flipH="1">
            <a:off x="9882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Google Shape;407;p9"/>
          <p:cNvSpPr/>
          <p:nvPr/>
        </p:nvSpPr>
        <p:spPr>
          <a:xfrm rot="16200000" flipH="1">
            <a:off x="1049400" y="4768200"/>
            <a:ext cx="703440" cy="30240"/>
          </a:xfrm>
          <a:custGeom>
            <a:avLst/>
            <a:gdLst>
              <a:gd name="textAreaLeft" fmla="*/ 360 w 703440"/>
              <a:gd name="textAreaRight" fmla="*/ 70416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408;p9"/>
          <p:cNvSpPr/>
          <p:nvPr/>
        </p:nvSpPr>
        <p:spPr>
          <a:xfrm rot="16200000" flipH="1">
            <a:off x="338400" y="406872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5" y="14002"/>
                </a:lnTo>
                <a:lnTo>
                  <a:pt x="785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409;p9"/>
          <p:cNvSpPr/>
          <p:nvPr/>
        </p:nvSpPr>
        <p:spPr>
          <a:xfrm rot="16200000" flipH="1">
            <a:off x="338400" y="400572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Google Shape;410;p9"/>
          <p:cNvSpPr/>
          <p:nvPr/>
        </p:nvSpPr>
        <p:spPr>
          <a:xfrm rot="16200000" flipH="1">
            <a:off x="338400" y="394272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Google Shape;411;p9"/>
          <p:cNvSpPr/>
          <p:nvPr/>
        </p:nvSpPr>
        <p:spPr>
          <a:xfrm rot="16200000" flipH="1">
            <a:off x="338400" y="388008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Google Shape;412;p9"/>
          <p:cNvSpPr/>
          <p:nvPr/>
        </p:nvSpPr>
        <p:spPr>
          <a:xfrm rot="16200000" flipH="1">
            <a:off x="338400" y="381708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Google Shape;413;p9"/>
          <p:cNvSpPr/>
          <p:nvPr/>
        </p:nvSpPr>
        <p:spPr>
          <a:xfrm rot="16200000" flipH="1">
            <a:off x="338400" y="3754080"/>
            <a:ext cx="31320" cy="704160"/>
          </a:xfrm>
          <a:custGeom>
            <a:avLst/>
            <a:gdLst>
              <a:gd name="textAreaLeft" fmla="*/ -360 w 31320"/>
              <a:gd name="textAreaRight" fmla="*/ 31320 w 3132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785" h="14002">
                <a:moveTo>
                  <a:pt x="0" y="1"/>
                </a:moveTo>
                <a:lnTo>
                  <a:pt x="0" y="14002"/>
                </a:lnTo>
                <a:lnTo>
                  <a:pt x="784" y="14002"/>
                </a:lnTo>
                <a:lnTo>
                  <a:pt x="78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Google Shape;414;p9"/>
          <p:cNvSpPr/>
          <p:nvPr/>
        </p:nvSpPr>
        <p:spPr>
          <a:xfrm rot="16200000" flipH="1">
            <a:off x="1416600" y="4430880"/>
            <a:ext cx="703800" cy="704160"/>
          </a:xfrm>
          <a:custGeom>
            <a:avLst/>
            <a:gdLst>
              <a:gd name="textAreaLeft" fmla="*/ -360 w 703800"/>
              <a:gd name="textAreaRight" fmla="*/ 70380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415;p9"/>
          <p:cNvSpPr/>
          <p:nvPr/>
        </p:nvSpPr>
        <p:spPr>
          <a:xfrm rot="16200000" flipH="1">
            <a:off x="1382400" y="4431960"/>
            <a:ext cx="771480" cy="702360"/>
          </a:xfrm>
          <a:custGeom>
            <a:avLst/>
            <a:gdLst>
              <a:gd name="textAreaLeft" fmla="*/ -360 w 771480"/>
              <a:gd name="textAreaRight" fmla="*/ 77148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rgbClr val="F4F0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416;p9"/>
          <p:cNvSpPr/>
          <p:nvPr/>
        </p:nvSpPr>
        <p:spPr>
          <a:xfrm rot="16200000" flipH="1">
            <a:off x="1538640" y="4552200"/>
            <a:ext cx="459720" cy="460080"/>
          </a:xfrm>
          <a:custGeom>
            <a:avLst/>
            <a:gdLst>
              <a:gd name="textAreaLeft" fmla="*/ -360 w 459720"/>
              <a:gd name="textAreaRight" fmla="*/ 45972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Google Shape;417;p9"/>
          <p:cNvSpPr/>
          <p:nvPr/>
        </p:nvSpPr>
        <p:spPr>
          <a:xfrm rot="16200000" flipH="1">
            <a:off x="183960" y="4606920"/>
            <a:ext cx="351000" cy="36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1" y="0"/>
                </a:moveTo>
                <a:lnTo>
                  <a:pt x="900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418;p9"/>
          <p:cNvSpPr/>
          <p:nvPr/>
        </p:nvSpPr>
        <p:spPr>
          <a:xfrm rot="16200000" flipH="1">
            <a:off x="254880" y="4557960"/>
            <a:ext cx="329760" cy="119880"/>
          </a:xfrm>
          <a:custGeom>
            <a:avLst/>
            <a:gdLst>
              <a:gd name="textAreaLeft" fmla="*/ 360 w 329760"/>
              <a:gd name="textAreaRight" fmla="*/ 330480 w 32976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52" h="3076" fill="none">
                <a:moveTo>
                  <a:pt x="1" y="3075"/>
                </a:moveTo>
                <a:lnTo>
                  <a:pt x="8452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419;p9"/>
          <p:cNvSpPr/>
          <p:nvPr/>
        </p:nvSpPr>
        <p:spPr>
          <a:xfrm rot="16200000" flipH="1">
            <a:off x="339120" y="4535640"/>
            <a:ext cx="268920" cy="225360"/>
          </a:xfrm>
          <a:custGeom>
            <a:avLst/>
            <a:gdLst>
              <a:gd name="textAreaLeft" fmla="*/ -360 w 268920"/>
              <a:gd name="textAreaRight" fmla="*/ 26892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0" y="5784"/>
                </a:moveTo>
                <a:lnTo>
                  <a:pt x="6894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420;p9"/>
          <p:cNvSpPr/>
          <p:nvPr/>
        </p:nvSpPr>
        <p:spPr>
          <a:xfrm rot="16200000" flipH="1">
            <a:off x="424800" y="4542840"/>
            <a:ext cx="175320" cy="303840"/>
          </a:xfrm>
          <a:custGeom>
            <a:avLst/>
            <a:gdLst>
              <a:gd name="textAreaLeft" fmla="*/ -360 w 175320"/>
              <a:gd name="textAreaRight" fmla="*/ 17532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0" y="7790"/>
                </a:moveTo>
                <a:lnTo>
                  <a:pt x="4501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421;p9"/>
          <p:cNvSpPr/>
          <p:nvPr/>
        </p:nvSpPr>
        <p:spPr>
          <a:xfrm rot="16200000" flipH="1">
            <a:off x="503280" y="4579920"/>
            <a:ext cx="60480" cy="345600"/>
          </a:xfrm>
          <a:custGeom>
            <a:avLst/>
            <a:gdLst>
              <a:gd name="textAreaLeft" fmla="*/ 360 w 60480"/>
              <a:gd name="textAreaRight" fmla="*/ 61200 w 6048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58" h="8859" fill="none">
                <a:moveTo>
                  <a:pt x="0" y="8859"/>
                </a:moveTo>
                <a:lnTo>
                  <a:pt x="1558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422;p9"/>
          <p:cNvSpPr/>
          <p:nvPr/>
        </p:nvSpPr>
        <p:spPr>
          <a:xfrm rot="16200000" flipH="1">
            <a:off x="502920" y="4640760"/>
            <a:ext cx="60840" cy="345600"/>
          </a:xfrm>
          <a:custGeom>
            <a:avLst/>
            <a:gdLst>
              <a:gd name="textAreaLeft" fmla="*/ -360 w 60840"/>
              <a:gd name="textAreaRight" fmla="*/ 60840 w 608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569" h="8859" fill="none">
                <a:moveTo>
                  <a:pt x="1568" y="885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423;p9"/>
          <p:cNvSpPr/>
          <p:nvPr/>
        </p:nvSpPr>
        <p:spPr>
          <a:xfrm rot="16200000" flipH="1">
            <a:off x="424800" y="4718880"/>
            <a:ext cx="175320" cy="303840"/>
          </a:xfrm>
          <a:custGeom>
            <a:avLst/>
            <a:gdLst>
              <a:gd name="textAreaLeft" fmla="*/ -360 w 175320"/>
              <a:gd name="textAreaRight" fmla="*/ 175320 w 175320"/>
              <a:gd name="textAreaTop" fmla="*/ 0 h 303840"/>
              <a:gd name="textAreaBottom" fmla="*/ 304200 h 303840"/>
            </a:gdLst>
            <a:ahLst/>
            <a:cxnLst/>
            <a:rect l="textAreaLeft" t="textAreaTop" r="textAreaRight" b="textAreaBottom"/>
            <a:pathLst>
              <a:path w="4501" h="7790" fill="none">
                <a:moveTo>
                  <a:pt x="4501" y="779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424;p9"/>
          <p:cNvSpPr/>
          <p:nvPr/>
        </p:nvSpPr>
        <p:spPr>
          <a:xfrm rot="16200000" flipH="1">
            <a:off x="339120" y="4804920"/>
            <a:ext cx="268920" cy="225360"/>
          </a:xfrm>
          <a:custGeom>
            <a:avLst/>
            <a:gdLst>
              <a:gd name="textAreaLeft" fmla="*/ -360 w 268920"/>
              <a:gd name="textAreaRight" fmla="*/ 268920 w 268920"/>
              <a:gd name="textAreaTop" fmla="*/ 0 h 225360"/>
              <a:gd name="textAreaBottom" fmla="*/ 225720 h 225360"/>
            </a:gdLst>
            <a:ahLst/>
            <a:cxnLst/>
            <a:rect l="textAreaLeft" t="textAreaTop" r="textAreaRight" b="textAreaBottom"/>
            <a:pathLst>
              <a:path w="6894" h="5784" fill="none">
                <a:moveTo>
                  <a:pt x="6894" y="578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Google Shape;425;p9"/>
          <p:cNvSpPr/>
          <p:nvPr/>
        </p:nvSpPr>
        <p:spPr>
          <a:xfrm rot="16200000" flipH="1">
            <a:off x="254880" y="4888440"/>
            <a:ext cx="330120" cy="119880"/>
          </a:xfrm>
          <a:custGeom>
            <a:avLst/>
            <a:gdLst>
              <a:gd name="textAreaLeft" fmla="*/ -360 w 330120"/>
              <a:gd name="textAreaRight" fmla="*/ 330120 w 330120"/>
              <a:gd name="textAreaTop" fmla="*/ 0 h 119880"/>
              <a:gd name="textAreaBottom" fmla="*/ 120240 h 119880"/>
            </a:gdLst>
            <a:ahLst/>
            <a:cxnLst/>
            <a:rect l="textAreaLeft" t="textAreaTop" r="textAreaRight" b="textAreaBottom"/>
            <a:pathLst>
              <a:path w="8462" h="3076" fill="none">
                <a:moveTo>
                  <a:pt x="8462" y="30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Google Shape;426;p9"/>
          <p:cNvSpPr/>
          <p:nvPr/>
        </p:nvSpPr>
        <p:spPr>
          <a:xfrm rot="16200000" flipH="1">
            <a:off x="183960" y="4958640"/>
            <a:ext cx="351000" cy="36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9002" h="1" fill="none">
                <a:moveTo>
                  <a:pt x="9001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427;p9"/>
          <p:cNvSpPr/>
          <p:nvPr/>
        </p:nvSpPr>
        <p:spPr>
          <a:xfrm rot="16200000" flipH="1">
            <a:off x="135000" y="4888080"/>
            <a:ext cx="330120" cy="120240"/>
          </a:xfrm>
          <a:custGeom>
            <a:avLst/>
            <a:gdLst>
              <a:gd name="textAreaLeft" fmla="*/ -360 w 330120"/>
              <a:gd name="textAreaRight" fmla="*/ 330120 w 33012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62" h="3087" fill="none">
                <a:moveTo>
                  <a:pt x="8462" y="1"/>
                </a:moveTo>
                <a:lnTo>
                  <a:pt x="0" y="3086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428;p9"/>
          <p:cNvSpPr/>
          <p:nvPr/>
        </p:nvSpPr>
        <p:spPr>
          <a:xfrm rot="16200000" flipH="1">
            <a:off x="112680" y="4804560"/>
            <a:ext cx="268920" cy="226080"/>
          </a:xfrm>
          <a:custGeom>
            <a:avLst/>
            <a:gdLst>
              <a:gd name="textAreaLeft" fmla="*/ -360 w 268920"/>
              <a:gd name="textAreaRight" fmla="*/ 26892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0"/>
                </a:moveTo>
                <a:lnTo>
                  <a:pt x="0" y="5794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429;p9"/>
          <p:cNvSpPr/>
          <p:nvPr/>
        </p:nvSpPr>
        <p:spPr>
          <a:xfrm rot="16200000" flipH="1">
            <a:off x="119880" y="4718880"/>
            <a:ext cx="175320" cy="304200"/>
          </a:xfrm>
          <a:custGeom>
            <a:avLst/>
            <a:gdLst>
              <a:gd name="textAreaLeft" fmla="*/ -360 w 175320"/>
              <a:gd name="textAreaRight" fmla="*/ 17532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1"/>
                </a:moveTo>
                <a:lnTo>
                  <a:pt x="0" y="780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430;p9"/>
          <p:cNvSpPr/>
          <p:nvPr/>
        </p:nvSpPr>
        <p:spPr>
          <a:xfrm rot="16200000" flipH="1">
            <a:off x="156240" y="4640760"/>
            <a:ext cx="60840" cy="345960"/>
          </a:xfrm>
          <a:custGeom>
            <a:avLst/>
            <a:gdLst>
              <a:gd name="textAreaLeft" fmla="*/ -360 w 60840"/>
              <a:gd name="textAreaRight" fmla="*/ 60840 w 6084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69" h="8870" fill="none">
                <a:moveTo>
                  <a:pt x="1568" y="0"/>
                </a:moveTo>
                <a:lnTo>
                  <a:pt x="0" y="8869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431;p9"/>
          <p:cNvSpPr/>
          <p:nvPr/>
        </p:nvSpPr>
        <p:spPr>
          <a:xfrm rot="16200000" flipH="1">
            <a:off x="156240" y="4579560"/>
            <a:ext cx="60480" cy="345960"/>
          </a:xfrm>
          <a:custGeom>
            <a:avLst/>
            <a:gdLst>
              <a:gd name="textAreaLeft" fmla="*/ 360 w 60480"/>
              <a:gd name="textAreaRight" fmla="*/ 6120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432;p9"/>
          <p:cNvSpPr/>
          <p:nvPr/>
        </p:nvSpPr>
        <p:spPr>
          <a:xfrm rot="16200000" flipH="1">
            <a:off x="156240" y="4579560"/>
            <a:ext cx="60480" cy="345960"/>
          </a:xfrm>
          <a:custGeom>
            <a:avLst/>
            <a:gdLst>
              <a:gd name="textAreaLeft" fmla="*/ 360 w 60480"/>
              <a:gd name="textAreaRight" fmla="*/ 61200 w 60480"/>
              <a:gd name="textAreaTop" fmla="*/ 0 h 345960"/>
              <a:gd name="textAreaBottom" fmla="*/ 346320 h 345960"/>
            </a:gdLst>
            <a:ahLst/>
            <a:cxnLst/>
            <a:rect l="textAreaLeft" t="textAreaTop" r="textAreaRight" b="textAreaBottom"/>
            <a:pathLst>
              <a:path w="1558" h="8870" fill="none">
                <a:moveTo>
                  <a:pt x="1558" y="88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433;p9"/>
          <p:cNvSpPr/>
          <p:nvPr/>
        </p:nvSpPr>
        <p:spPr>
          <a:xfrm rot="16200000" flipH="1">
            <a:off x="119880" y="4542840"/>
            <a:ext cx="175320" cy="304200"/>
          </a:xfrm>
          <a:custGeom>
            <a:avLst/>
            <a:gdLst>
              <a:gd name="textAreaLeft" fmla="*/ -360 w 175320"/>
              <a:gd name="textAreaRight" fmla="*/ 175320 w 175320"/>
              <a:gd name="textAreaTop" fmla="*/ 0 h 304200"/>
              <a:gd name="textAreaBottom" fmla="*/ 304560 h 304200"/>
            </a:gdLst>
            <a:ahLst/>
            <a:cxnLst/>
            <a:rect l="textAreaLeft" t="textAreaTop" r="textAreaRight" b="textAreaBottom"/>
            <a:pathLst>
              <a:path w="4501" h="7801" fill="none">
                <a:moveTo>
                  <a:pt x="4501" y="7800"/>
                </a:moveTo>
                <a:lnTo>
                  <a:pt x="0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434;p9"/>
          <p:cNvSpPr/>
          <p:nvPr/>
        </p:nvSpPr>
        <p:spPr>
          <a:xfrm rot="16200000" flipH="1">
            <a:off x="112680" y="4535280"/>
            <a:ext cx="268920" cy="226080"/>
          </a:xfrm>
          <a:custGeom>
            <a:avLst/>
            <a:gdLst>
              <a:gd name="textAreaLeft" fmla="*/ -360 w 268920"/>
              <a:gd name="textAreaRight" fmla="*/ 268920 w 268920"/>
              <a:gd name="textAreaTop" fmla="*/ 0 h 226080"/>
              <a:gd name="textAreaBottom" fmla="*/ 226440 h 226080"/>
            </a:gdLst>
            <a:ahLst/>
            <a:cxnLst/>
            <a:rect l="textAreaLeft" t="textAreaTop" r="textAreaRight" b="textAreaBottom"/>
            <a:pathLst>
              <a:path w="6894" h="5795" fill="none">
                <a:moveTo>
                  <a:pt x="6894" y="579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435;p9"/>
          <p:cNvSpPr/>
          <p:nvPr/>
        </p:nvSpPr>
        <p:spPr>
          <a:xfrm rot="16200000" flipH="1">
            <a:off x="135360" y="4557960"/>
            <a:ext cx="329760" cy="120240"/>
          </a:xfrm>
          <a:custGeom>
            <a:avLst/>
            <a:gdLst>
              <a:gd name="textAreaLeft" fmla="*/ 360 w 329760"/>
              <a:gd name="textAreaRight" fmla="*/ 330480 w 329760"/>
              <a:gd name="textAreaTop" fmla="*/ 0 h 120240"/>
              <a:gd name="textAreaBottom" fmla="*/ 120600 h 120240"/>
            </a:gdLst>
            <a:ahLst/>
            <a:cxnLst/>
            <a:rect l="textAreaLeft" t="textAreaTop" r="textAreaRight" b="textAreaBottom"/>
            <a:pathLst>
              <a:path w="8452" h="3087" fill="none">
                <a:moveTo>
                  <a:pt x="8452" y="3086"/>
                </a:moveTo>
                <a:lnTo>
                  <a:pt x="1" y="1"/>
                </a:lnTo>
              </a:path>
            </a:pathLst>
          </a:custGeom>
          <a:noFill/>
          <a:ln w="9525">
            <a:solidFill>
              <a:srgbClr val="9C928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0120" bIns="60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436;p9"/>
          <p:cNvSpPr/>
          <p:nvPr/>
        </p:nvSpPr>
        <p:spPr>
          <a:xfrm rot="16200000" flipH="1">
            <a:off x="2120400" y="478296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437;p9"/>
          <p:cNvSpPr/>
          <p:nvPr/>
        </p:nvSpPr>
        <p:spPr>
          <a:xfrm>
            <a:off x="7745400" y="360"/>
            <a:ext cx="704160" cy="703800"/>
          </a:xfrm>
          <a:custGeom>
            <a:avLst/>
            <a:gdLst>
              <a:gd name="textAreaLeft" fmla="*/ 0 w 704160"/>
              <a:gd name="textAreaRight" fmla="*/ 704520 w 70416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44" h="18034">
                <a:moveTo>
                  <a:pt x="0" y="1"/>
                </a:moveTo>
                <a:lnTo>
                  <a:pt x="0" y="18034"/>
                </a:lnTo>
                <a:lnTo>
                  <a:pt x="18044" y="18034"/>
                </a:lnTo>
                <a:lnTo>
                  <a:pt x="18044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438;p9"/>
          <p:cNvSpPr/>
          <p:nvPr/>
        </p:nvSpPr>
        <p:spPr>
          <a:xfrm>
            <a:off x="7746120" y="1080"/>
            <a:ext cx="702720" cy="702720"/>
          </a:xfrm>
          <a:custGeom>
            <a:avLst/>
            <a:gdLst>
              <a:gd name="textAreaLeft" fmla="*/ 0 w 702720"/>
              <a:gd name="textAreaRight" fmla="*/ 703080 w 70272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18004" h="18003">
                <a:moveTo>
                  <a:pt x="9002" y="0"/>
                </a:moveTo>
                <a:cubicBezTo>
                  <a:pt x="4033" y="0"/>
                  <a:pt x="1" y="4022"/>
                  <a:pt x="1" y="9001"/>
                </a:cubicBezTo>
                <a:cubicBezTo>
                  <a:pt x="1" y="13970"/>
                  <a:pt x="4033" y="18002"/>
                  <a:pt x="9002" y="18002"/>
                </a:cubicBezTo>
                <a:cubicBezTo>
                  <a:pt x="13971" y="18002"/>
                  <a:pt x="18003" y="13970"/>
                  <a:pt x="18003" y="9001"/>
                </a:cubicBezTo>
                <a:cubicBezTo>
                  <a:pt x="18003" y="4022"/>
                  <a:pt x="13971" y="0"/>
                  <a:pt x="900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439;p9"/>
          <p:cNvSpPr/>
          <p:nvPr/>
        </p:nvSpPr>
        <p:spPr>
          <a:xfrm>
            <a:off x="7845840" y="122400"/>
            <a:ext cx="504720" cy="460080"/>
          </a:xfrm>
          <a:custGeom>
            <a:avLst/>
            <a:gdLst>
              <a:gd name="textAreaLeft" fmla="*/ 0 w 504720"/>
              <a:gd name="textAreaRight" fmla="*/ 505080 w 504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2933" h="11792">
                <a:moveTo>
                  <a:pt x="6466" y="1"/>
                </a:moveTo>
                <a:cubicBezTo>
                  <a:pt x="4959" y="1"/>
                  <a:pt x="3452" y="576"/>
                  <a:pt x="2302" y="1726"/>
                </a:cubicBezTo>
                <a:cubicBezTo>
                  <a:pt x="1" y="4028"/>
                  <a:pt x="1" y="7765"/>
                  <a:pt x="2302" y="10066"/>
                </a:cubicBezTo>
                <a:cubicBezTo>
                  <a:pt x="3452" y="11216"/>
                  <a:pt x="4959" y="11792"/>
                  <a:pt x="6466" y="11792"/>
                </a:cubicBezTo>
                <a:cubicBezTo>
                  <a:pt x="7973" y="11792"/>
                  <a:pt x="9480" y="11216"/>
                  <a:pt x="10631" y="10066"/>
                </a:cubicBezTo>
                <a:cubicBezTo>
                  <a:pt x="12932" y="7765"/>
                  <a:pt x="12932" y="4028"/>
                  <a:pt x="10631" y="1726"/>
                </a:cubicBezTo>
                <a:cubicBezTo>
                  <a:pt x="9480" y="576"/>
                  <a:pt x="7973" y="1"/>
                  <a:pt x="6466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440;p9"/>
          <p:cNvSpPr/>
          <p:nvPr/>
        </p:nvSpPr>
        <p:spPr>
          <a:xfrm>
            <a:off x="9027000" y="119052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00" y="1243"/>
                  <a:pt x="1600" y="805"/>
                </a:cubicBezTo>
                <a:cubicBezTo>
                  <a:pt x="160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441;p9"/>
          <p:cNvSpPr/>
          <p:nvPr/>
        </p:nvSpPr>
        <p:spPr>
          <a:xfrm>
            <a:off x="9027000" y="108540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00" y="1242"/>
                  <a:pt x="1600" y="805"/>
                </a:cubicBezTo>
                <a:cubicBezTo>
                  <a:pt x="160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442;p9"/>
          <p:cNvSpPr/>
          <p:nvPr/>
        </p:nvSpPr>
        <p:spPr>
          <a:xfrm>
            <a:off x="9027000" y="9795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443;p9"/>
          <p:cNvSpPr/>
          <p:nvPr/>
        </p:nvSpPr>
        <p:spPr>
          <a:xfrm>
            <a:off x="9027000" y="87408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444;p9"/>
          <p:cNvSpPr/>
          <p:nvPr/>
        </p:nvSpPr>
        <p:spPr>
          <a:xfrm>
            <a:off x="9027000" y="7689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445;p9"/>
          <p:cNvSpPr/>
          <p:nvPr/>
        </p:nvSpPr>
        <p:spPr>
          <a:xfrm>
            <a:off x="8903160" y="119052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57"/>
                  <a:pt x="1" y="805"/>
                </a:cubicBezTo>
                <a:cubicBezTo>
                  <a:pt x="1" y="1243"/>
                  <a:pt x="357" y="1609"/>
                  <a:pt x="805" y="1609"/>
                </a:cubicBezTo>
                <a:cubicBezTo>
                  <a:pt x="1243" y="1609"/>
                  <a:pt x="1610" y="1243"/>
                  <a:pt x="1610" y="805"/>
                </a:cubicBezTo>
                <a:cubicBezTo>
                  <a:pt x="1610" y="35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446;p9"/>
          <p:cNvSpPr/>
          <p:nvPr/>
        </p:nvSpPr>
        <p:spPr>
          <a:xfrm>
            <a:off x="8903160" y="108540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57"/>
                  <a:pt x="1" y="805"/>
                </a:cubicBezTo>
                <a:cubicBezTo>
                  <a:pt x="1" y="1242"/>
                  <a:pt x="357" y="1609"/>
                  <a:pt x="805" y="1609"/>
                </a:cubicBezTo>
                <a:cubicBezTo>
                  <a:pt x="1243" y="1609"/>
                  <a:pt x="1610" y="1242"/>
                  <a:pt x="1610" y="805"/>
                </a:cubicBezTo>
                <a:cubicBezTo>
                  <a:pt x="1610" y="35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447;p9"/>
          <p:cNvSpPr/>
          <p:nvPr/>
        </p:nvSpPr>
        <p:spPr>
          <a:xfrm>
            <a:off x="8903160" y="979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448;p9"/>
          <p:cNvSpPr/>
          <p:nvPr/>
        </p:nvSpPr>
        <p:spPr>
          <a:xfrm>
            <a:off x="8903160" y="87408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449;p9"/>
          <p:cNvSpPr/>
          <p:nvPr/>
        </p:nvSpPr>
        <p:spPr>
          <a:xfrm>
            <a:off x="8903160" y="7689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450;p9"/>
          <p:cNvSpPr/>
          <p:nvPr/>
        </p:nvSpPr>
        <p:spPr>
          <a:xfrm>
            <a:off x="8449560" y="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451;p9"/>
          <p:cNvSpPr/>
          <p:nvPr/>
        </p:nvSpPr>
        <p:spPr>
          <a:xfrm>
            <a:off x="8449560" y="612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452;p9"/>
          <p:cNvSpPr/>
          <p:nvPr/>
        </p:nvSpPr>
        <p:spPr>
          <a:xfrm>
            <a:off x="8449920" y="1224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Google Shape;453;p9"/>
          <p:cNvSpPr/>
          <p:nvPr/>
        </p:nvSpPr>
        <p:spPr>
          <a:xfrm>
            <a:off x="8449920" y="1839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1"/>
                </a:moveTo>
                <a:lnTo>
                  <a:pt x="1" y="775"/>
                </a:lnTo>
                <a:lnTo>
                  <a:pt x="18024" y="77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454;p9"/>
          <p:cNvSpPr/>
          <p:nvPr/>
        </p:nvSpPr>
        <p:spPr>
          <a:xfrm>
            <a:off x="8449920" y="2448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455;p9"/>
          <p:cNvSpPr/>
          <p:nvPr/>
        </p:nvSpPr>
        <p:spPr>
          <a:xfrm>
            <a:off x="8449920" y="30600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1"/>
                </a:moveTo>
                <a:lnTo>
                  <a:pt x="1" y="785"/>
                </a:lnTo>
                <a:lnTo>
                  <a:pt x="18024" y="785"/>
                </a:lnTo>
                <a:lnTo>
                  <a:pt x="18024" y="1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Google Shape;456;p9"/>
          <p:cNvSpPr/>
          <p:nvPr/>
        </p:nvSpPr>
        <p:spPr>
          <a:xfrm>
            <a:off x="8449920" y="3675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457;p9"/>
          <p:cNvSpPr/>
          <p:nvPr/>
        </p:nvSpPr>
        <p:spPr>
          <a:xfrm>
            <a:off x="8449920" y="4287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458;p9"/>
          <p:cNvSpPr/>
          <p:nvPr/>
        </p:nvSpPr>
        <p:spPr>
          <a:xfrm>
            <a:off x="8449920" y="4899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459;p9"/>
          <p:cNvSpPr/>
          <p:nvPr/>
        </p:nvSpPr>
        <p:spPr>
          <a:xfrm>
            <a:off x="8449920" y="5511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Google Shape;460;p9"/>
          <p:cNvSpPr/>
          <p:nvPr/>
        </p:nvSpPr>
        <p:spPr>
          <a:xfrm>
            <a:off x="8449920" y="612360"/>
            <a:ext cx="703440" cy="30240"/>
          </a:xfrm>
          <a:custGeom>
            <a:avLst/>
            <a:gdLst>
              <a:gd name="textAreaLeft" fmla="*/ 0 w 703440"/>
              <a:gd name="textAreaRight" fmla="*/ 703800 w 7034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24" h="785">
                <a:moveTo>
                  <a:pt x="1" y="0"/>
                </a:moveTo>
                <a:lnTo>
                  <a:pt x="1" y="784"/>
                </a:lnTo>
                <a:lnTo>
                  <a:pt x="18024" y="78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461;p9"/>
          <p:cNvSpPr/>
          <p:nvPr/>
        </p:nvSpPr>
        <p:spPr>
          <a:xfrm>
            <a:off x="8449920" y="673560"/>
            <a:ext cx="703440" cy="29880"/>
          </a:xfrm>
          <a:custGeom>
            <a:avLst/>
            <a:gdLst>
              <a:gd name="textAreaLeft" fmla="*/ 0 w 703440"/>
              <a:gd name="textAreaRight" fmla="*/ 703800 w 70344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24" h="775">
                <a:moveTo>
                  <a:pt x="1" y="0"/>
                </a:moveTo>
                <a:lnTo>
                  <a:pt x="1" y="774"/>
                </a:lnTo>
                <a:lnTo>
                  <a:pt x="18024" y="774"/>
                </a:lnTo>
                <a:lnTo>
                  <a:pt x="1802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462;p9"/>
          <p:cNvSpPr/>
          <p:nvPr/>
        </p:nvSpPr>
        <p:spPr>
          <a:xfrm>
            <a:off x="7040520" y="360"/>
            <a:ext cx="704160" cy="352080"/>
          </a:xfrm>
          <a:custGeom>
            <a:avLst/>
            <a:gdLst>
              <a:gd name="textAreaLeft" fmla="*/ 0 w 704160"/>
              <a:gd name="textAreaRight" fmla="*/ 70452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463;p9"/>
          <p:cNvSpPr/>
          <p:nvPr/>
        </p:nvSpPr>
        <p:spPr>
          <a:xfrm>
            <a:off x="7568280" y="334440"/>
            <a:ext cx="360" cy="17640"/>
          </a:xfrm>
          <a:custGeom>
            <a:avLst/>
            <a:gdLst>
              <a:gd name="textAreaLeft" fmla="*/ 0 w 360"/>
              <a:gd name="textAreaRight" fmla="*/ 720 w 360"/>
              <a:gd name="textAreaTop" fmla="*/ 0 h 17640"/>
              <a:gd name="textAreaBottom" fmla="*/ 18000 h 17640"/>
            </a:gdLst>
            <a:ahLst/>
            <a:cxnLst/>
            <a:rect l="textAreaLeft" t="textAreaTop" r="textAreaRight" b="textAreaBottom"/>
            <a:pathLst>
              <a:path w="11" h="460">
                <a:moveTo>
                  <a:pt x="10" y="1"/>
                </a:moveTo>
                <a:cubicBezTo>
                  <a:pt x="0" y="154"/>
                  <a:pt x="0" y="306"/>
                  <a:pt x="0" y="459"/>
                </a:cubicBezTo>
                <a:lnTo>
                  <a:pt x="10" y="459"/>
                </a:lnTo>
                <a:lnTo>
                  <a:pt x="10" y="1"/>
                </a:lnTo>
                <a:close/>
              </a:path>
            </a:pathLst>
          </a:custGeom>
          <a:solidFill>
            <a:srgbClr val="769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000" bIns="900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35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3;p13"/>
          <p:cNvGrpSpPr/>
          <p:nvPr/>
        </p:nvGrpSpPr>
        <p:grpSpPr>
          <a:xfrm>
            <a:off x="1413360" y="4439160"/>
            <a:ext cx="697680" cy="703800"/>
            <a:chOff x="1413360" y="4439160"/>
            <a:chExt cx="697680" cy="703800"/>
          </a:xfrm>
        </p:grpSpPr>
        <p:sp>
          <p:nvSpPr>
            <p:cNvPr id="537" name="Google Shape;534;p13"/>
            <p:cNvSpPr/>
            <p:nvPr/>
          </p:nvSpPr>
          <p:spPr>
            <a:xfrm rot="10800000">
              <a:off x="1413360" y="51127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Google Shape;535;p13"/>
            <p:cNvSpPr/>
            <p:nvPr/>
          </p:nvSpPr>
          <p:spPr>
            <a:xfrm rot="10800000">
              <a:off x="1414800" y="50515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Google Shape;536;p13"/>
            <p:cNvSpPr/>
            <p:nvPr/>
          </p:nvSpPr>
          <p:spPr>
            <a:xfrm rot="10800000">
              <a:off x="1414800" y="49903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Google Shape;537;p13"/>
            <p:cNvSpPr/>
            <p:nvPr/>
          </p:nvSpPr>
          <p:spPr>
            <a:xfrm rot="10800000">
              <a:off x="1414800" y="492912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6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Google Shape;538;p13"/>
            <p:cNvSpPr/>
            <p:nvPr/>
          </p:nvSpPr>
          <p:spPr>
            <a:xfrm rot="10800000">
              <a:off x="1414800" y="48675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Google Shape;539;p13"/>
            <p:cNvSpPr/>
            <p:nvPr/>
          </p:nvSpPr>
          <p:spPr>
            <a:xfrm rot="10800000">
              <a:off x="1414800" y="48063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Google Shape;540;p13"/>
            <p:cNvSpPr/>
            <p:nvPr/>
          </p:nvSpPr>
          <p:spPr>
            <a:xfrm rot="10800000">
              <a:off x="1414800" y="47451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Google Shape;541;p13"/>
            <p:cNvSpPr/>
            <p:nvPr/>
          </p:nvSpPr>
          <p:spPr>
            <a:xfrm rot="10800000">
              <a:off x="1414800" y="46839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Google Shape;542;p13"/>
            <p:cNvSpPr/>
            <p:nvPr/>
          </p:nvSpPr>
          <p:spPr>
            <a:xfrm rot="10800000">
              <a:off x="1414800" y="46227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0"/>
                  </a:moveTo>
                  <a:lnTo>
                    <a:pt x="1" y="784"/>
                  </a:lnTo>
                  <a:lnTo>
                    <a:pt x="17840" y="784"/>
                  </a:lnTo>
                  <a:lnTo>
                    <a:pt x="17840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Google Shape;543;p13"/>
            <p:cNvSpPr/>
            <p:nvPr/>
          </p:nvSpPr>
          <p:spPr>
            <a:xfrm rot="10800000">
              <a:off x="1414800" y="45615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Google Shape;544;p13"/>
            <p:cNvSpPr/>
            <p:nvPr/>
          </p:nvSpPr>
          <p:spPr>
            <a:xfrm rot="10800000">
              <a:off x="1414800" y="4500360"/>
              <a:ext cx="696240" cy="3024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7841" h="785">
                  <a:moveTo>
                    <a:pt x="1" y="1"/>
                  </a:moveTo>
                  <a:lnTo>
                    <a:pt x="1" y="785"/>
                  </a:lnTo>
                  <a:lnTo>
                    <a:pt x="17840" y="78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Google Shape;545;p13"/>
            <p:cNvSpPr/>
            <p:nvPr/>
          </p:nvSpPr>
          <p:spPr>
            <a:xfrm rot="10800000">
              <a:off x="1414800" y="4439160"/>
              <a:ext cx="696240" cy="29880"/>
            </a:xfrm>
            <a:custGeom>
              <a:avLst/>
              <a:gdLst>
                <a:gd name="textAreaLeft" fmla="*/ 0 w 696240"/>
                <a:gd name="textAreaRight" fmla="*/ 696600 w 69624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17841" h="775">
                  <a:moveTo>
                    <a:pt x="1" y="1"/>
                  </a:moveTo>
                  <a:lnTo>
                    <a:pt x="1" y="775"/>
                  </a:lnTo>
                  <a:lnTo>
                    <a:pt x="17840" y="775"/>
                  </a:lnTo>
                  <a:lnTo>
                    <a:pt x="17840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endPara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9" name="Google Shape;546;p13"/>
          <p:cNvSpPr/>
          <p:nvPr/>
        </p:nvSpPr>
        <p:spPr>
          <a:xfrm rot="10800000">
            <a:off x="360" y="443916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3" h="9022">
                <a:moveTo>
                  <a:pt x="1060" y="0"/>
                </a:moveTo>
                <a:cubicBezTo>
                  <a:pt x="479" y="0"/>
                  <a:pt x="1" y="468"/>
                  <a:pt x="1" y="1059"/>
                </a:cubicBezTo>
                <a:lnTo>
                  <a:pt x="1" y="7953"/>
                </a:lnTo>
                <a:cubicBezTo>
                  <a:pt x="1" y="8543"/>
                  <a:pt x="479" y="9022"/>
                  <a:pt x="1060" y="9022"/>
                </a:cubicBezTo>
                <a:lnTo>
                  <a:pt x="7953" y="9022"/>
                </a:lnTo>
                <a:cubicBezTo>
                  <a:pt x="8544" y="9022"/>
                  <a:pt x="9022" y="8543"/>
                  <a:pt x="9022" y="7953"/>
                </a:cubicBezTo>
                <a:lnTo>
                  <a:pt x="9022" y="1059"/>
                </a:lnTo>
                <a:cubicBezTo>
                  <a:pt x="9022" y="468"/>
                  <a:pt x="8544" y="0"/>
                  <a:pt x="7953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547;p13"/>
          <p:cNvSpPr/>
          <p:nvPr/>
        </p:nvSpPr>
        <p:spPr>
          <a:xfrm rot="10800000">
            <a:off x="353520" y="4792320"/>
            <a:ext cx="350640" cy="351000"/>
          </a:xfrm>
          <a:custGeom>
            <a:avLst/>
            <a:gdLst>
              <a:gd name="textAreaLeft" fmla="*/ 0 w 350640"/>
              <a:gd name="textAreaRight" fmla="*/ 351000 w 350640"/>
              <a:gd name="textAreaTop" fmla="*/ 0 h 351000"/>
              <a:gd name="textAreaBottom" fmla="*/ 351360 h 351000"/>
            </a:gdLst>
            <a:ahLst/>
            <a:cxnLst/>
            <a:rect l="textAreaLeft" t="textAreaTop" r="textAreaRight" b="textAreaBottom"/>
            <a:pathLst>
              <a:path w="8992" h="9002">
                <a:moveTo>
                  <a:pt x="0" y="0"/>
                </a:moveTo>
                <a:lnTo>
                  <a:pt x="0" y="9002"/>
                </a:lnTo>
                <a:lnTo>
                  <a:pt x="7046" y="9002"/>
                </a:lnTo>
                <a:cubicBezTo>
                  <a:pt x="8116" y="9002"/>
                  <a:pt x="8991" y="8126"/>
                  <a:pt x="8991" y="7057"/>
                </a:cubicBezTo>
                <a:lnTo>
                  <a:pt x="8991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548;p13"/>
          <p:cNvSpPr/>
          <p:nvPr/>
        </p:nvSpPr>
        <p:spPr>
          <a:xfrm rot="10800000">
            <a:off x="2111400" y="4792680"/>
            <a:ext cx="703800" cy="351720"/>
          </a:xfrm>
          <a:custGeom>
            <a:avLst/>
            <a:gdLst>
              <a:gd name="textAreaLeft" fmla="*/ 0 w 703800"/>
              <a:gd name="textAreaRight" fmla="*/ 704160 w 70380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18034" h="9012">
                <a:moveTo>
                  <a:pt x="0" y="0"/>
                </a:moveTo>
                <a:lnTo>
                  <a:pt x="0" y="9011"/>
                </a:lnTo>
                <a:lnTo>
                  <a:pt x="18034" y="9011"/>
                </a:lnTo>
                <a:lnTo>
                  <a:pt x="18034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Google Shape;549;p13"/>
          <p:cNvSpPr/>
          <p:nvPr/>
        </p:nvSpPr>
        <p:spPr>
          <a:xfrm rot="10800000">
            <a:off x="2815200" y="4792320"/>
            <a:ext cx="351720" cy="352080"/>
          </a:xfrm>
          <a:custGeom>
            <a:avLst/>
            <a:gdLst>
              <a:gd name="textAreaLeft" fmla="*/ 0 w 351720"/>
              <a:gd name="textAreaRight" fmla="*/ 352080 w 35172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12" h="902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550;p13"/>
          <p:cNvSpPr/>
          <p:nvPr/>
        </p:nvSpPr>
        <p:spPr>
          <a:xfrm rot="10800000">
            <a:off x="713520" y="4439160"/>
            <a:ext cx="1048320" cy="703800"/>
          </a:xfrm>
          <a:custGeom>
            <a:avLst/>
            <a:gdLst>
              <a:gd name="textAreaLeft" fmla="*/ 0 w 1048320"/>
              <a:gd name="textAreaRight" fmla="*/ 1048680 w 104832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26852" h="18034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Google Shape;551;p13"/>
          <p:cNvSpPr/>
          <p:nvPr/>
        </p:nvSpPr>
        <p:spPr>
          <a:xfrm rot="10800000">
            <a:off x="1236600" y="4615920"/>
            <a:ext cx="351000" cy="352080"/>
          </a:xfrm>
          <a:custGeom>
            <a:avLst/>
            <a:gdLst>
              <a:gd name="textAreaLeft" fmla="*/ 0 w 351000"/>
              <a:gd name="textAreaRight" fmla="*/ 351360 w 35100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02" h="9023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Google Shape;552;p13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381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Google Shape;553;p13"/>
          <p:cNvSpPr/>
          <p:nvPr/>
        </p:nvSpPr>
        <p:spPr>
          <a:xfrm rot="10800000">
            <a:off x="8802720" y="443952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Google Shape;554;p13"/>
          <p:cNvSpPr/>
          <p:nvPr/>
        </p:nvSpPr>
        <p:spPr>
          <a:xfrm rot="10800000">
            <a:off x="8449560" y="4439520"/>
            <a:ext cx="351000" cy="702720"/>
          </a:xfrm>
          <a:custGeom>
            <a:avLst/>
            <a:gdLst>
              <a:gd name="textAreaLeft" fmla="*/ 0 w 351000"/>
              <a:gd name="textAreaRight" fmla="*/ 35136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Google Shape;555;p13"/>
          <p:cNvSpPr/>
          <p:nvPr/>
        </p:nvSpPr>
        <p:spPr>
          <a:xfrm rot="10800000">
            <a:off x="8734680" y="472392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Google Shape;556;p13"/>
          <p:cNvSpPr/>
          <p:nvPr/>
        </p:nvSpPr>
        <p:spPr>
          <a:xfrm rot="10800000">
            <a:off x="8885160" y="4723920"/>
            <a:ext cx="134280" cy="134280"/>
          </a:xfrm>
          <a:custGeom>
            <a:avLst/>
            <a:gdLst>
              <a:gd name="textAreaLeft" fmla="*/ 0 w 134280"/>
              <a:gd name="textAreaRight" fmla="*/ 13464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Google Shape;557;p13"/>
          <p:cNvSpPr/>
          <p:nvPr/>
        </p:nvSpPr>
        <p:spPr>
          <a:xfrm rot="10800000">
            <a:off x="8586360" y="4723920"/>
            <a:ext cx="133920" cy="134280"/>
          </a:xfrm>
          <a:custGeom>
            <a:avLst/>
            <a:gdLst>
              <a:gd name="textAreaLeft" fmla="*/ 0 w 133920"/>
              <a:gd name="textAreaRight" fmla="*/ 13428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Google Shape;558;p13"/>
          <p:cNvSpPr/>
          <p:nvPr/>
        </p:nvSpPr>
        <p:spPr>
          <a:xfrm rot="10800000">
            <a:off x="852228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Google Shape;559;p13"/>
          <p:cNvSpPr/>
          <p:nvPr/>
        </p:nvSpPr>
        <p:spPr>
          <a:xfrm rot="10800000">
            <a:off x="864612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Google Shape;560;p13"/>
          <p:cNvSpPr/>
          <p:nvPr/>
        </p:nvSpPr>
        <p:spPr>
          <a:xfrm rot="10800000">
            <a:off x="877032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Google Shape;561;p13"/>
          <p:cNvSpPr/>
          <p:nvPr/>
        </p:nvSpPr>
        <p:spPr>
          <a:xfrm rot="10800000">
            <a:off x="8894160" y="4318560"/>
            <a:ext cx="62280" cy="62640"/>
          </a:xfrm>
          <a:custGeom>
            <a:avLst/>
            <a:gdLst>
              <a:gd name="textAreaLeft" fmla="*/ 0 w 62280"/>
              <a:gd name="textAreaRight" fmla="*/ 6264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Google Shape;562;p13"/>
          <p:cNvSpPr/>
          <p:nvPr/>
        </p:nvSpPr>
        <p:spPr>
          <a:xfrm rot="10800000">
            <a:off x="9018000" y="4318560"/>
            <a:ext cx="62640" cy="62640"/>
          </a:xfrm>
          <a:custGeom>
            <a:avLst/>
            <a:gdLst>
              <a:gd name="textAreaLeft" fmla="*/ 0 w 62640"/>
              <a:gd name="textAreaRight" fmla="*/ 6300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Google Shape;563;p13"/>
          <p:cNvSpPr/>
          <p:nvPr/>
        </p:nvSpPr>
        <p:spPr>
          <a:xfrm rot="10800000">
            <a:off x="7745400" y="479052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1650" y="1"/>
                </a:moveTo>
                <a:cubicBezTo>
                  <a:pt x="733" y="1"/>
                  <a:pt x="0" y="744"/>
                  <a:pt x="0" y="1660"/>
                </a:cubicBezTo>
                <a:lnTo>
                  <a:pt x="0" y="7363"/>
                </a:lnTo>
                <a:cubicBezTo>
                  <a:pt x="0" y="8279"/>
                  <a:pt x="733" y="9012"/>
                  <a:pt x="1650" y="9012"/>
                </a:cubicBezTo>
                <a:lnTo>
                  <a:pt x="7352" y="9012"/>
                </a:lnTo>
                <a:cubicBezTo>
                  <a:pt x="8268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8" y="1"/>
                  <a:pt x="7352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Google Shape;564;p13"/>
          <p:cNvSpPr/>
          <p:nvPr/>
        </p:nvSpPr>
        <p:spPr>
          <a:xfrm rot="10800000">
            <a:off x="8097480" y="47919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2">
                <a:moveTo>
                  <a:pt x="1650" y="0"/>
                </a:moveTo>
                <a:cubicBezTo>
                  <a:pt x="733" y="0"/>
                  <a:pt x="0" y="743"/>
                  <a:pt x="0" y="1650"/>
                </a:cubicBezTo>
                <a:lnTo>
                  <a:pt x="0" y="7362"/>
                </a:lnTo>
                <a:cubicBezTo>
                  <a:pt x="0" y="8278"/>
                  <a:pt x="733" y="9011"/>
                  <a:pt x="1650" y="9011"/>
                </a:cubicBezTo>
                <a:lnTo>
                  <a:pt x="7352" y="9011"/>
                </a:lnTo>
                <a:cubicBezTo>
                  <a:pt x="8268" y="9011"/>
                  <a:pt x="9012" y="8278"/>
                  <a:pt x="9012" y="7362"/>
                </a:cubicBezTo>
                <a:lnTo>
                  <a:pt x="9012" y="1650"/>
                </a:lnTo>
                <a:cubicBezTo>
                  <a:pt x="9012" y="743"/>
                  <a:pt x="8268" y="0"/>
                  <a:pt x="735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chemeClr val="accent2"/>
                </a:solidFill>
                <a:effectLst/>
                <a:uFillTx/>
                <a:latin typeface="Rozha One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chemeClr val="accent2"/>
                </a:solidFill>
                <a:effectLst/>
                <a:uFillTx/>
                <a:latin typeface="Rozha One"/>
              </a:rPr>
              <a:t>Click to edit the title text format</a:t>
            </a:r>
          </a:p>
        </p:txBody>
      </p:sp>
      <p:sp>
        <p:nvSpPr>
          <p:cNvPr id="569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141840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title" hasCustomPrompt="1"/>
          </p:nvPr>
        </p:nvSpPr>
        <p:spPr>
          <a:xfrm>
            <a:off x="720000" y="285228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1" name="PlaceHolder 4"/>
          <p:cNvSpPr>
            <a:spLocks noGrp="1"/>
          </p:cNvSpPr>
          <p:nvPr>
            <p:ph type="title" hasCustomPrompt="1"/>
          </p:nvPr>
        </p:nvSpPr>
        <p:spPr>
          <a:xfrm>
            <a:off x="3305880" y="141840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2" name="PlaceHolder 5"/>
          <p:cNvSpPr>
            <a:spLocks noGrp="1"/>
          </p:cNvSpPr>
          <p:nvPr>
            <p:ph type="title" hasCustomPrompt="1"/>
          </p:nvPr>
        </p:nvSpPr>
        <p:spPr>
          <a:xfrm>
            <a:off x="3305880" y="285228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3" name="PlaceHolder 6"/>
          <p:cNvSpPr>
            <a:spLocks noGrp="1"/>
          </p:cNvSpPr>
          <p:nvPr>
            <p:ph type="title" hasCustomPrompt="1"/>
          </p:nvPr>
        </p:nvSpPr>
        <p:spPr>
          <a:xfrm>
            <a:off x="5892120" y="141840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4" name="PlaceHolder 7"/>
          <p:cNvSpPr>
            <a:spLocks noGrp="1"/>
          </p:cNvSpPr>
          <p:nvPr>
            <p:ph type="title" hasCustomPrompt="1"/>
          </p:nvPr>
        </p:nvSpPr>
        <p:spPr>
          <a:xfrm>
            <a:off x="5892120" y="2852280"/>
            <a:ext cx="914040" cy="6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5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5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5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923040" y="2317680"/>
            <a:ext cx="4555440" cy="152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</a:defRPr>
            </a:lvl1pPr>
          </a:lstStyle>
          <a:p>
            <a:pPr indent="0" algn="l">
              <a:buNone/>
            </a:pPr>
            <a:r>
              <a: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</a:rPr>
              <a:t>Click to edit the title text format</a:t>
            </a:r>
          </a:p>
        </p:txBody>
      </p:sp>
      <p:sp>
        <p:nvSpPr>
          <p:cNvPr id="577" name="PlaceHolder 2"/>
          <p:cNvSpPr>
            <a:spLocks noGrp="1"/>
          </p:cNvSpPr>
          <p:nvPr>
            <p:ph type="title"/>
          </p:nvPr>
        </p:nvSpPr>
        <p:spPr>
          <a:xfrm>
            <a:off x="923040" y="962280"/>
            <a:ext cx="1872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defRPr lang="en-IN" sz="109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IN" sz="109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xx%</a:t>
            </a:r>
            <a:endParaRPr lang="en-IN" sz="109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body"/>
          </p:nvPr>
        </p:nvSpPr>
        <p:spPr>
          <a:xfrm>
            <a:off x="5830560" y="0"/>
            <a:ext cx="33037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79" name="Google Shape;64;p3"/>
          <p:cNvSpPr/>
          <p:nvPr/>
        </p:nvSpPr>
        <p:spPr>
          <a:xfrm rot="16200000" flipH="1">
            <a:off x="171720" y="1037520"/>
            <a:ext cx="351000" cy="70272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0" y="1"/>
                </a:moveTo>
                <a:lnTo>
                  <a:pt x="0" y="18003"/>
                </a:lnTo>
                <a:cubicBezTo>
                  <a:pt x="4969" y="18003"/>
                  <a:pt x="9002" y="13971"/>
                  <a:pt x="9002" y="9002"/>
                </a:cubicBezTo>
                <a:cubicBezTo>
                  <a:pt x="9002" y="4033"/>
                  <a:pt x="496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Google Shape;65;p3"/>
          <p:cNvSpPr/>
          <p:nvPr/>
        </p:nvSpPr>
        <p:spPr>
          <a:xfrm rot="16200000" flipH="1">
            <a:off x="171720" y="1390680"/>
            <a:ext cx="351000" cy="702720"/>
          </a:xfrm>
          <a:custGeom>
            <a:avLst/>
            <a:gdLst>
              <a:gd name="textAreaLeft" fmla="*/ -360 w 351000"/>
              <a:gd name="textAreaRight" fmla="*/ 351000 w 351000"/>
              <a:gd name="textAreaTop" fmla="*/ 0 h 702720"/>
              <a:gd name="textAreaBottom" fmla="*/ 703080 h 702720"/>
            </a:gdLst>
            <a:ahLst/>
            <a:cxnLst/>
            <a:rect l="textAreaLeft" t="textAreaTop" r="textAreaRight" b="textAreaBottom"/>
            <a:pathLst>
              <a:path w="9002" h="18004">
                <a:moveTo>
                  <a:pt x="9002" y="1"/>
                </a:moveTo>
                <a:cubicBezTo>
                  <a:pt x="4033" y="1"/>
                  <a:pt x="0" y="4033"/>
                  <a:pt x="0" y="9002"/>
                </a:cubicBezTo>
                <a:cubicBezTo>
                  <a:pt x="0" y="13981"/>
                  <a:pt x="4033" y="18003"/>
                  <a:pt x="9002" y="18003"/>
                </a:cubicBezTo>
                <a:lnTo>
                  <a:pt x="9002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Google Shape;66;p3"/>
          <p:cNvSpPr/>
          <p:nvPr/>
        </p:nvSpPr>
        <p:spPr>
          <a:xfrm rot="16200000" flipH="1">
            <a:off x="279720" y="1498320"/>
            <a:ext cx="133920" cy="134280"/>
          </a:xfrm>
          <a:custGeom>
            <a:avLst/>
            <a:gdLst>
              <a:gd name="textAreaLeft" fmla="*/ 360 w 133920"/>
              <a:gd name="textAreaRight" fmla="*/ 13464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Google Shape;67;p3"/>
          <p:cNvSpPr/>
          <p:nvPr/>
        </p:nvSpPr>
        <p:spPr>
          <a:xfrm rot="16200000" flipH="1">
            <a:off x="279720" y="1348200"/>
            <a:ext cx="134280" cy="134280"/>
          </a:xfrm>
          <a:custGeom>
            <a:avLst/>
            <a:gdLst>
              <a:gd name="textAreaLeft" fmla="*/ -360 w 134280"/>
              <a:gd name="textAreaRight" fmla="*/ 134280 w 13428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5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77" y="2688"/>
                  <a:pt x="2688" y="2077"/>
                  <a:pt x="3452" y="1721"/>
                </a:cubicBezTo>
                <a:cubicBezTo>
                  <a:pt x="2688" y="1375"/>
                  <a:pt x="207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Google Shape;68;p3"/>
          <p:cNvSpPr/>
          <p:nvPr/>
        </p:nvSpPr>
        <p:spPr>
          <a:xfrm rot="16200000" flipH="1">
            <a:off x="279720" y="1646640"/>
            <a:ext cx="133920" cy="134280"/>
          </a:xfrm>
          <a:custGeom>
            <a:avLst/>
            <a:gdLst>
              <a:gd name="textAreaLeft" fmla="*/ 360 w 133920"/>
              <a:gd name="textAreaRight" fmla="*/ 134640 w 133920"/>
              <a:gd name="textAreaTop" fmla="*/ 0 h 134280"/>
              <a:gd name="textAreaBottom" fmla="*/ 134640 h 134280"/>
            </a:gdLst>
            <a:ahLst/>
            <a:cxnLst/>
            <a:rect l="textAreaLeft" t="textAreaTop" r="textAreaRight" b="textAreaBottom"/>
            <a:pathLst>
              <a:path w="3442" h="3452">
                <a:moveTo>
                  <a:pt x="1721" y="0"/>
                </a:moveTo>
                <a:cubicBezTo>
                  <a:pt x="1375" y="764"/>
                  <a:pt x="764" y="1375"/>
                  <a:pt x="0" y="1721"/>
                </a:cubicBezTo>
                <a:cubicBezTo>
                  <a:pt x="764" y="2077"/>
                  <a:pt x="1375" y="2688"/>
                  <a:pt x="1721" y="3452"/>
                </a:cubicBezTo>
                <a:cubicBezTo>
                  <a:pt x="2067" y="2688"/>
                  <a:pt x="2678" y="2077"/>
                  <a:pt x="3442" y="1721"/>
                </a:cubicBezTo>
                <a:cubicBezTo>
                  <a:pt x="2678" y="1375"/>
                  <a:pt x="2067" y="764"/>
                  <a:pt x="1721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7320" bIns="67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69;p3"/>
          <p:cNvSpPr/>
          <p:nvPr/>
        </p:nvSpPr>
        <p:spPr>
          <a:xfrm flipH="1">
            <a:off x="6732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Google Shape;70;p3"/>
          <p:cNvSpPr/>
          <p:nvPr/>
        </p:nvSpPr>
        <p:spPr>
          <a:xfrm flipH="1">
            <a:off x="6732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67" y="0"/>
                  <a:pt x="0" y="367"/>
                  <a:pt x="0" y="805"/>
                </a:cubicBezTo>
                <a:cubicBezTo>
                  <a:pt x="0" y="1253"/>
                  <a:pt x="36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Google Shape;71;p3"/>
          <p:cNvSpPr/>
          <p:nvPr/>
        </p:nvSpPr>
        <p:spPr>
          <a:xfrm flipH="1">
            <a:off x="6732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67" y="0"/>
                  <a:pt x="0" y="356"/>
                  <a:pt x="0" y="804"/>
                </a:cubicBezTo>
                <a:cubicBezTo>
                  <a:pt x="0" y="1252"/>
                  <a:pt x="36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Google Shape;72;p3"/>
          <p:cNvSpPr/>
          <p:nvPr/>
        </p:nvSpPr>
        <p:spPr>
          <a:xfrm flipH="1">
            <a:off x="6732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67" y="1"/>
                  <a:pt x="0" y="367"/>
                  <a:pt x="0" y="805"/>
                </a:cubicBezTo>
                <a:cubicBezTo>
                  <a:pt x="0" y="1253"/>
                  <a:pt x="36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Google Shape;73;p3"/>
          <p:cNvSpPr/>
          <p:nvPr/>
        </p:nvSpPr>
        <p:spPr>
          <a:xfrm flipH="1">
            <a:off x="19080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Google Shape;74;p3"/>
          <p:cNvSpPr/>
          <p:nvPr/>
        </p:nvSpPr>
        <p:spPr>
          <a:xfrm flipH="1">
            <a:off x="19080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9" y="1253"/>
                  <a:pt x="1609" y="805"/>
                </a:cubicBezTo>
                <a:cubicBezTo>
                  <a:pt x="1609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Google Shape;75;p3"/>
          <p:cNvSpPr/>
          <p:nvPr/>
        </p:nvSpPr>
        <p:spPr>
          <a:xfrm flipH="1">
            <a:off x="19080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9" y="1252"/>
                  <a:pt x="1609" y="804"/>
                </a:cubicBezTo>
                <a:cubicBezTo>
                  <a:pt x="1609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Google Shape;76;p3"/>
          <p:cNvSpPr/>
          <p:nvPr/>
        </p:nvSpPr>
        <p:spPr>
          <a:xfrm flipH="1">
            <a:off x="19080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9" y="1253"/>
                  <a:pt x="1609" y="805"/>
                </a:cubicBezTo>
                <a:cubicBezTo>
                  <a:pt x="1609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Google Shape;77;p3"/>
          <p:cNvSpPr/>
          <p:nvPr/>
        </p:nvSpPr>
        <p:spPr>
          <a:xfrm flipH="1">
            <a:off x="31500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Google Shape;78;p3"/>
          <p:cNvSpPr/>
          <p:nvPr/>
        </p:nvSpPr>
        <p:spPr>
          <a:xfrm flipH="1">
            <a:off x="31500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53" y="1609"/>
                  <a:pt x="1609" y="1253"/>
                  <a:pt x="1609" y="805"/>
                </a:cubicBezTo>
                <a:cubicBezTo>
                  <a:pt x="1609" y="367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Google Shape;79;p3"/>
          <p:cNvSpPr/>
          <p:nvPr/>
        </p:nvSpPr>
        <p:spPr>
          <a:xfrm flipH="1">
            <a:off x="31500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53" y="1609"/>
                  <a:pt x="1609" y="1252"/>
                  <a:pt x="1609" y="804"/>
                </a:cubicBezTo>
                <a:cubicBezTo>
                  <a:pt x="1609" y="356"/>
                  <a:pt x="125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Google Shape;80;p3"/>
          <p:cNvSpPr/>
          <p:nvPr/>
        </p:nvSpPr>
        <p:spPr>
          <a:xfrm flipH="1">
            <a:off x="31500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53" y="1610"/>
                  <a:pt x="1609" y="1253"/>
                  <a:pt x="1609" y="805"/>
                </a:cubicBezTo>
                <a:cubicBezTo>
                  <a:pt x="1609" y="367"/>
                  <a:pt x="125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Google Shape;81;p3"/>
          <p:cNvSpPr/>
          <p:nvPr/>
        </p:nvSpPr>
        <p:spPr>
          <a:xfrm flipH="1">
            <a:off x="438120" y="107568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Google Shape;82;p3"/>
          <p:cNvSpPr/>
          <p:nvPr/>
        </p:nvSpPr>
        <p:spPr>
          <a:xfrm flipH="1">
            <a:off x="438120" y="97020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00" y="1253"/>
                  <a:pt x="1600" y="805"/>
                </a:cubicBezTo>
                <a:cubicBezTo>
                  <a:pt x="160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Google Shape;83;p3"/>
          <p:cNvSpPr/>
          <p:nvPr/>
        </p:nvSpPr>
        <p:spPr>
          <a:xfrm flipH="1">
            <a:off x="438120" y="86472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00" y="1252"/>
                  <a:pt x="1600" y="804"/>
                </a:cubicBezTo>
                <a:cubicBezTo>
                  <a:pt x="160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84;p3"/>
          <p:cNvSpPr/>
          <p:nvPr/>
        </p:nvSpPr>
        <p:spPr>
          <a:xfrm flipH="1">
            <a:off x="438120" y="759240"/>
            <a:ext cx="62280" cy="62640"/>
          </a:xfrm>
          <a:custGeom>
            <a:avLst/>
            <a:gdLst>
              <a:gd name="textAreaLeft" fmla="*/ -360 w 62280"/>
              <a:gd name="textAreaRight" fmla="*/ 62280 w 6228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0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00" y="1253"/>
                  <a:pt x="1600" y="805"/>
                </a:cubicBezTo>
                <a:cubicBezTo>
                  <a:pt x="160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Google Shape;85;p3"/>
          <p:cNvSpPr/>
          <p:nvPr/>
        </p:nvSpPr>
        <p:spPr>
          <a:xfrm flipH="1">
            <a:off x="562680" y="107568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Google Shape;86;p3"/>
          <p:cNvSpPr/>
          <p:nvPr/>
        </p:nvSpPr>
        <p:spPr>
          <a:xfrm flipH="1">
            <a:off x="562680" y="97020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0"/>
                </a:moveTo>
                <a:cubicBezTo>
                  <a:pt x="357" y="0"/>
                  <a:pt x="1" y="367"/>
                  <a:pt x="1" y="805"/>
                </a:cubicBezTo>
                <a:cubicBezTo>
                  <a:pt x="1" y="1253"/>
                  <a:pt x="357" y="1609"/>
                  <a:pt x="805" y="1609"/>
                </a:cubicBezTo>
                <a:cubicBezTo>
                  <a:pt x="1243" y="1609"/>
                  <a:pt x="1610" y="1253"/>
                  <a:pt x="1610" y="805"/>
                </a:cubicBezTo>
                <a:cubicBezTo>
                  <a:pt x="1610" y="367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87;p3"/>
          <p:cNvSpPr/>
          <p:nvPr/>
        </p:nvSpPr>
        <p:spPr>
          <a:xfrm flipH="1">
            <a:off x="562680" y="86472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09">
                <a:moveTo>
                  <a:pt x="805" y="0"/>
                </a:moveTo>
                <a:cubicBezTo>
                  <a:pt x="357" y="0"/>
                  <a:pt x="1" y="356"/>
                  <a:pt x="1" y="804"/>
                </a:cubicBezTo>
                <a:cubicBezTo>
                  <a:pt x="1" y="1252"/>
                  <a:pt x="357" y="1609"/>
                  <a:pt x="805" y="1609"/>
                </a:cubicBezTo>
                <a:cubicBezTo>
                  <a:pt x="1243" y="1609"/>
                  <a:pt x="1610" y="1252"/>
                  <a:pt x="1610" y="804"/>
                </a:cubicBezTo>
                <a:cubicBezTo>
                  <a:pt x="1610" y="356"/>
                  <a:pt x="1243" y="0"/>
                  <a:pt x="805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Google Shape;88;p3"/>
          <p:cNvSpPr/>
          <p:nvPr/>
        </p:nvSpPr>
        <p:spPr>
          <a:xfrm flipH="1">
            <a:off x="562680" y="759240"/>
            <a:ext cx="62640" cy="62640"/>
          </a:xfrm>
          <a:custGeom>
            <a:avLst/>
            <a:gdLst>
              <a:gd name="textAreaLeft" fmla="*/ 360 w 62640"/>
              <a:gd name="textAreaRight" fmla="*/ 63360 w 62640"/>
              <a:gd name="textAreaTop" fmla="*/ 0 h 62640"/>
              <a:gd name="textAreaBottom" fmla="*/ 63000 h 62640"/>
            </a:gdLst>
            <a:ahLst/>
            <a:cxnLst/>
            <a:rect l="textAreaLeft" t="textAreaTop" r="textAreaRight" b="textAreaBottom"/>
            <a:pathLst>
              <a:path w="1610" h="1610">
                <a:moveTo>
                  <a:pt x="805" y="1"/>
                </a:moveTo>
                <a:cubicBezTo>
                  <a:pt x="357" y="1"/>
                  <a:pt x="1" y="367"/>
                  <a:pt x="1" y="805"/>
                </a:cubicBezTo>
                <a:cubicBezTo>
                  <a:pt x="1" y="1253"/>
                  <a:pt x="357" y="1610"/>
                  <a:pt x="805" y="1610"/>
                </a:cubicBezTo>
                <a:cubicBezTo>
                  <a:pt x="1243" y="1610"/>
                  <a:pt x="1610" y="1253"/>
                  <a:pt x="1610" y="805"/>
                </a:cubicBezTo>
                <a:cubicBezTo>
                  <a:pt x="1610" y="367"/>
                  <a:pt x="1243" y="1"/>
                  <a:pt x="80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Google Shape;89;p3"/>
          <p:cNvSpPr/>
          <p:nvPr/>
        </p:nvSpPr>
        <p:spPr>
          <a:xfrm rot="10800000" flipH="1">
            <a:off x="-6480" y="4431960"/>
            <a:ext cx="703800" cy="703800"/>
          </a:xfrm>
          <a:custGeom>
            <a:avLst/>
            <a:gdLst>
              <a:gd name="textAreaLeft" fmla="*/ -360 w 703800"/>
              <a:gd name="textAreaRight" fmla="*/ 703800 w 70380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18034" h="18034">
                <a:moveTo>
                  <a:pt x="0" y="0"/>
                </a:moveTo>
                <a:lnTo>
                  <a:pt x="0" y="18033"/>
                </a:lnTo>
                <a:lnTo>
                  <a:pt x="18033" y="18033"/>
                </a:ln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Google Shape;90;p3"/>
          <p:cNvSpPr/>
          <p:nvPr/>
        </p:nvSpPr>
        <p:spPr>
          <a:xfrm flipH="1">
            <a:off x="-6840" y="3726360"/>
            <a:ext cx="703800" cy="704160"/>
          </a:xfrm>
          <a:custGeom>
            <a:avLst/>
            <a:gdLst>
              <a:gd name="textAreaLeft" fmla="*/ -360 w 703800"/>
              <a:gd name="textAreaRight" fmla="*/ 70380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1" y="0"/>
                </a:moveTo>
                <a:lnTo>
                  <a:pt x="1" y="18044"/>
                </a:lnTo>
                <a:lnTo>
                  <a:pt x="18034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Google Shape;91;p3"/>
          <p:cNvSpPr/>
          <p:nvPr/>
        </p:nvSpPr>
        <p:spPr>
          <a:xfrm flipH="1">
            <a:off x="-40680" y="3727440"/>
            <a:ext cx="771480" cy="702360"/>
          </a:xfrm>
          <a:custGeom>
            <a:avLst/>
            <a:gdLst>
              <a:gd name="textAreaLeft" fmla="*/ -360 w 771480"/>
              <a:gd name="textAreaRight" fmla="*/ 771480 w 771480"/>
              <a:gd name="textAreaTop" fmla="*/ 0 h 702360"/>
              <a:gd name="textAreaBottom" fmla="*/ 702720 h 702360"/>
            </a:gdLst>
            <a:ahLst/>
            <a:cxnLst/>
            <a:rect l="textAreaLeft" t="textAreaTop" r="textAreaRight" b="textAreaBottom"/>
            <a:pathLst>
              <a:path w="19765" h="17998">
                <a:moveTo>
                  <a:pt x="9882" y="0"/>
                </a:moveTo>
                <a:cubicBezTo>
                  <a:pt x="7578" y="0"/>
                  <a:pt x="5275" y="879"/>
                  <a:pt x="3513" y="2635"/>
                </a:cubicBezTo>
                <a:cubicBezTo>
                  <a:pt x="0" y="6148"/>
                  <a:pt x="0" y="11850"/>
                  <a:pt x="3513" y="15363"/>
                </a:cubicBezTo>
                <a:cubicBezTo>
                  <a:pt x="5275" y="17119"/>
                  <a:pt x="7578" y="17998"/>
                  <a:pt x="9882" y="17998"/>
                </a:cubicBezTo>
                <a:cubicBezTo>
                  <a:pt x="12186" y="17998"/>
                  <a:pt x="14490" y="17119"/>
                  <a:pt x="16251" y="15363"/>
                </a:cubicBezTo>
                <a:cubicBezTo>
                  <a:pt x="19764" y="11850"/>
                  <a:pt x="19764" y="6148"/>
                  <a:pt x="16251" y="2635"/>
                </a:cubicBezTo>
                <a:cubicBezTo>
                  <a:pt x="14490" y="879"/>
                  <a:pt x="12186" y="0"/>
                  <a:pt x="9882" y="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Google Shape;92;p3"/>
          <p:cNvSpPr/>
          <p:nvPr/>
        </p:nvSpPr>
        <p:spPr>
          <a:xfrm flipH="1">
            <a:off x="115920" y="3848400"/>
            <a:ext cx="459720" cy="460080"/>
          </a:xfrm>
          <a:custGeom>
            <a:avLst/>
            <a:gdLst>
              <a:gd name="textAreaLeft" fmla="*/ -360 w 459720"/>
              <a:gd name="textAreaRight" fmla="*/ 459720 w 459720"/>
              <a:gd name="textAreaTop" fmla="*/ 0 h 460080"/>
              <a:gd name="textAreaBottom" fmla="*/ 460440 h 460080"/>
            </a:gdLst>
            <a:ahLst/>
            <a:cxnLst/>
            <a:rect l="textAreaLeft" t="textAreaTop" r="textAreaRight" b="textAreaBottom"/>
            <a:pathLst>
              <a:path w="11782" h="11792">
                <a:moveTo>
                  <a:pt x="5886" y="0"/>
                </a:moveTo>
                <a:cubicBezTo>
                  <a:pt x="2637" y="0"/>
                  <a:pt x="0" y="2638"/>
                  <a:pt x="0" y="5896"/>
                </a:cubicBezTo>
                <a:cubicBezTo>
                  <a:pt x="0" y="9154"/>
                  <a:pt x="2637" y="11792"/>
                  <a:pt x="5886" y="11792"/>
                </a:cubicBezTo>
                <a:cubicBezTo>
                  <a:pt x="9144" y="11792"/>
                  <a:pt x="11781" y="9154"/>
                  <a:pt x="11781" y="5896"/>
                </a:cubicBezTo>
                <a:cubicBezTo>
                  <a:pt x="11781" y="2638"/>
                  <a:pt x="9144" y="0"/>
                  <a:pt x="588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Google Shape;93;p3"/>
          <p:cNvSpPr/>
          <p:nvPr/>
        </p:nvSpPr>
        <p:spPr>
          <a:xfrm flipH="1">
            <a:off x="-5040" y="337572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3">
                <a:moveTo>
                  <a:pt x="1650" y="1"/>
                </a:moveTo>
                <a:cubicBezTo>
                  <a:pt x="734" y="1"/>
                  <a:pt x="1" y="744"/>
                  <a:pt x="1" y="1660"/>
                </a:cubicBezTo>
                <a:lnTo>
                  <a:pt x="1" y="7363"/>
                </a:lnTo>
                <a:cubicBezTo>
                  <a:pt x="1" y="8279"/>
                  <a:pt x="734" y="9012"/>
                  <a:pt x="1650" y="9012"/>
                </a:cubicBezTo>
                <a:lnTo>
                  <a:pt x="7363" y="9012"/>
                </a:lnTo>
                <a:cubicBezTo>
                  <a:pt x="8269" y="9012"/>
                  <a:pt x="9012" y="8279"/>
                  <a:pt x="9012" y="7363"/>
                </a:cubicBezTo>
                <a:lnTo>
                  <a:pt x="9012" y="1660"/>
                </a:lnTo>
                <a:cubicBezTo>
                  <a:pt x="9012" y="744"/>
                  <a:pt x="8269" y="1"/>
                  <a:pt x="7363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Google Shape;94;p3"/>
          <p:cNvSpPr/>
          <p:nvPr/>
        </p:nvSpPr>
        <p:spPr>
          <a:xfrm rot="16200000" flipH="1">
            <a:off x="353880" y="345240"/>
            <a:ext cx="352080" cy="352080"/>
          </a:xfrm>
          <a:custGeom>
            <a:avLst/>
            <a:gdLst>
              <a:gd name="textAreaLeft" fmla="*/ 360 w 352080"/>
              <a:gd name="textAreaRight" fmla="*/ 35280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Google Shape;95;p3"/>
          <p:cNvSpPr/>
          <p:nvPr/>
        </p:nvSpPr>
        <p:spPr>
          <a:xfrm rot="16200000" flipH="1">
            <a:off x="1440" y="34524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Google Shape;96;p3"/>
          <p:cNvSpPr/>
          <p:nvPr/>
        </p:nvSpPr>
        <p:spPr>
          <a:xfrm rot="16200000" flipH="1">
            <a:off x="1080" y="-6480"/>
            <a:ext cx="351720" cy="351720"/>
          </a:xfrm>
          <a:custGeom>
            <a:avLst/>
            <a:gdLst>
              <a:gd name="textAreaLeft" fmla="*/ -360 w 351720"/>
              <a:gd name="textAreaRight" fmla="*/ 35172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Google Shape;97;p3"/>
          <p:cNvSpPr/>
          <p:nvPr/>
        </p:nvSpPr>
        <p:spPr>
          <a:xfrm rot="16200000" flipH="1">
            <a:off x="530640" y="184680"/>
            <a:ext cx="704160" cy="352080"/>
          </a:xfrm>
          <a:custGeom>
            <a:avLst/>
            <a:gdLst>
              <a:gd name="textAreaLeft" fmla="*/ 360 w 704160"/>
              <a:gd name="textAreaRight" fmla="*/ 704880 w 70416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18045" h="9023">
                <a:moveTo>
                  <a:pt x="9012" y="0"/>
                </a:moveTo>
                <a:lnTo>
                  <a:pt x="9012" y="11"/>
                </a:lnTo>
                <a:lnTo>
                  <a:pt x="1" y="11"/>
                </a:lnTo>
                <a:lnTo>
                  <a:pt x="1" y="184"/>
                </a:lnTo>
                <a:cubicBezTo>
                  <a:pt x="1" y="5071"/>
                  <a:pt x="3962" y="9022"/>
                  <a:pt x="8839" y="9022"/>
                </a:cubicBezTo>
                <a:lnTo>
                  <a:pt x="9012" y="9022"/>
                </a:lnTo>
                <a:cubicBezTo>
                  <a:pt x="9012" y="8869"/>
                  <a:pt x="9012" y="8717"/>
                  <a:pt x="9022" y="8564"/>
                </a:cubicBezTo>
                <a:cubicBezTo>
                  <a:pt x="9134" y="6252"/>
                  <a:pt x="10122" y="4175"/>
                  <a:pt x="11649" y="2648"/>
                </a:cubicBezTo>
                <a:cubicBezTo>
                  <a:pt x="13289" y="1019"/>
                  <a:pt x="15549" y="0"/>
                  <a:pt x="18044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Google Shape;98;p3"/>
          <p:cNvSpPr/>
          <p:nvPr/>
        </p:nvSpPr>
        <p:spPr>
          <a:xfrm rot="10800000">
            <a:off x="1400760" y="4783680"/>
            <a:ext cx="351720" cy="352080"/>
          </a:xfrm>
          <a:custGeom>
            <a:avLst/>
            <a:gdLst>
              <a:gd name="textAreaLeft" fmla="*/ 0 w 351720"/>
              <a:gd name="textAreaRight" fmla="*/ 352080 w 35172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12" h="9022">
                <a:moveTo>
                  <a:pt x="0" y="0"/>
                </a:moveTo>
                <a:cubicBezTo>
                  <a:pt x="0" y="4979"/>
                  <a:pt x="4032" y="9022"/>
                  <a:pt x="9011" y="9022"/>
                </a:cubicBezTo>
                <a:lnTo>
                  <a:pt x="9011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99;p3"/>
          <p:cNvSpPr/>
          <p:nvPr/>
        </p:nvSpPr>
        <p:spPr>
          <a:xfrm rot="10800000">
            <a:off x="-353160" y="4439160"/>
            <a:ext cx="1048320" cy="703800"/>
          </a:xfrm>
          <a:custGeom>
            <a:avLst/>
            <a:gdLst>
              <a:gd name="textAreaLeft" fmla="*/ 0 w 1048320"/>
              <a:gd name="textAreaRight" fmla="*/ 1048680 w 1048320"/>
              <a:gd name="textAreaTop" fmla="*/ 0 h 703800"/>
              <a:gd name="textAreaBottom" fmla="*/ 704160 h 703800"/>
            </a:gdLst>
            <a:ahLst/>
            <a:cxnLst/>
            <a:rect l="textAreaLeft" t="textAreaTop" r="textAreaRight" b="textAreaBottom"/>
            <a:pathLst>
              <a:path w="26852" h="18034">
                <a:moveTo>
                  <a:pt x="8778" y="1"/>
                </a:moveTo>
                <a:cubicBezTo>
                  <a:pt x="3952" y="1"/>
                  <a:pt x="31" y="3951"/>
                  <a:pt x="31" y="8819"/>
                </a:cubicBezTo>
                <a:lnTo>
                  <a:pt x="31" y="9022"/>
                </a:lnTo>
                <a:lnTo>
                  <a:pt x="1" y="9022"/>
                </a:lnTo>
                <a:lnTo>
                  <a:pt x="1" y="9226"/>
                </a:lnTo>
                <a:cubicBezTo>
                  <a:pt x="1" y="14093"/>
                  <a:pt x="3921" y="18034"/>
                  <a:pt x="8747" y="18034"/>
                </a:cubicBezTo>
                <a:lnTo>
                  <a:pt x="17891" y="18034"/>
                </a:lnTo>
                <a:lnTo>
                  <a:pt x="17891" y="17127"/>
                </a:lnTo>
                <a:cubicBezTo>
                  <a:pt x="17891" y="12668"/>
                  <a:pt x="21476" y="9043"/>
                  <a:pt x="25915" y="9043"/>
                </a:cubicBezTo>
                <a:lnTo>
                  <a:pt x="26811" y="9043"/>
                </a:lnTo>
                <a:lnTo>
                  <a:pt x="26852" y="1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Google Shape;100;p3"/>
          <p:cNvSpPr/>
          <p:nvPr/>
        </p:nvSpPr>
        <p:spPr>
          <a:xfrm rot="10800000">
            <a:off x="169920" y="4615920"/>
            <a:ext cx="351000" cy="352080"/>
          </a:xfrm>
          <a:custGeom>
            <a:avLst/>
            <a:gdLst>
              <a:gd name="textAreaLeft" fmla="*/ 0 w 351000"/>
              <a:gd name="textAreaRight" fmla="*/ 351360 w 35100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02" h="9023">
                <a:moveTo>
                  <a:pt x="4461" y="1"/>
                </a:moveTo>
                <a:cubicBezTo>
                  <a:pt x="1996" y="1"/>
                  <a:pt x="1" y="2027"/>
                  <a:pt x="1" y="4512"/>
                </a:cubicBezTo>
                <a:lnTo>
                  <a:pt x="1" y="4522"/>
                </a:lnTo>
                <a:cubicBezTo>
                  <a:pt x="1" y="7006"/>
                  <a:pt x="1996" y="9023"/>
                  <a:pt x="4461" y="9023"/>
                </a:cubicBezTo>
                <a:lnTo>
                  <a:pt x="4532" y="9023"/>
                </a:lnTo>
                <a:cubicBezTo>
                  <a:pt x="6996" y="9023"/>
                  <a:pt x="9002" y="7006"/>
                  <a:pt x="9002" y="4522"/>
                </a:cubicBezTo>
                <a:lnTo>
                  <a:pt x="9002" y="4512"/>
                </a:lnTo>
                <a:cubicBezTo>
                  <a:pt x="9002" y="2017"/>
                  <a:pt x="6996" y="1"/>
                  <a:pt x="4532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Google Shape;101;p3"/>
          <p:cNvSpPr/>
          <p:nvPr/>
        </p:nvSpPr>
        <p:spPr>
          <a:xfrm>
            <a:off x="696600" y="4791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Google Shape;102;p3"/>
          <p:cNvSpPr/>
          <p:nvPr/>
        </p:nvSpPr>
        <p:spPr>
          <a:xfrm>
            <a:off x="696600" y="4852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103;p3"/>
          <p:cNvSpPr/>
          <p:nvPr/>
        </p:nvSpPr>
        <p:spPr>
          <a:xfrm>
            <a:off x="696600" y="4914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104;p3"/>
          <p:cNvSpPr/>
          <p:nvPr/>
        </p:nvSpPr>
        <p:spPr>
          <a:xfrm>
            <a:off x="696600" y="4975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105;p3"/>
          <p:cNvSpPr/>
          <p:nvPr/>
        </p:nvSpPr>
        <p:spPr>
          <a:xfrm>
            <a:off x="696600" y="5036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106;p3"/>
          <p:cNvSpPr/>
          <p:nvPr/>
        </p:nvSpPr>
        <p:spPr>
          <a:xfrm>
            <a:off x="696600" y="5097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249;p6"/>
          <p:cNvSpPr/>
          <p:nvPr/>
        </p:nvSpPr>
        <p:spPr>
          <a:xfrm>
            <a:off x="8791560" y="36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2" h="9013">
                <a:moveTo>
                  <a:pt x="0" y="1"/>
                </a:moveTo>
                <a:lnTo>
                  <a:pt x="0" y="9012"/>
                </a:lnTo>
                <a:lnTo>
                  <a:pt x="9012" y="9012"/>
                </a:lnTo>
                <a:cubicBezTo>
                  <a:pt x="9012" y="4033"/>
                  <a:pt x="4979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Google Shape;250;p6"/>
          <p:cNvSpPr/>
          <p:nvPr/>
        </p:nvSpPr>
        <p:spPr>
          <a:xfrm>
            <a:off x="8439840" y="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" y="0"/>
                </a:moveTo>
                <a:cubicBezTo>
                  <a:pt x="1" y="4980"/>
                  <a:pt x="4043" y="9012"/>
                  <a:pt x="9012" y="9012"/>
                </a:cubicBezTo>
                <a:lnTo>
                  <a:pt x="901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Google Shape;251;p6"/>
          <p:cNvSpPr/>
          <p:nvPr/>
        </p:nvSpPr>
        <p:spPr>
          <a:xfrm>
            <a:off x="7735680" y="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Google Shape;252;p6"/>
          <p:cNvSpPr/>
          <p:nvPr/>
        </p:nvSpPr>
        <p:spPr>
          <a:xfrm>
            <a:off x="7735680" y="612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Google Shape;253;p6"/>
          <p:cNvSpPr/>
          <p:nvPr/>
        </p:nvSpPr>
        <p:spPr>
          <a:xfrm>
            <a:off x="7735680" y="1224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Google Shape;254;p6"/>
          <p:cNvSpPr/>
          <p:nvPr/>
        </p:nvSpPr>
        <p:spPr>
          <a:xfrm>
            <a:off x="7735680" y="1836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Google Shape;255;p6"/>
          <p:cNvSpPr/>
          <p:nvPr/>
        </p:nvSpPr>
        <p:spPr>
          <a:xfrm>
            <a:off x="7735680" y="2448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Google Shape;256;p6"/>
          <p:cNvSpPr/>
          <p:nvPr/>
        </p:nvSpPr>
        <p:spPr>
          <a:xfrm>
            <a:off x="7735680" y="30600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1"/>
                </a:moveTo>
                <a:lnTo>
                  <a:pt x="1" y="785"/>
                </a:lnTo>
                <a:lnTo>
                  <a:pt x="18034" y="785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Google Shape;257;p6"/>
          <p:cNvSpPr/>
          <p:nvPr/>
        </p:nvSpPr>
        <p:spPr>
          <a:xfrm>
            <a:off x="7031520" y="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lnTo>
                  <a:pt x="0" y="18044"/>
                </a:lnTo>
                <a:lnTo>
                  <a:pt x="1803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Google Shape;258;p6"/>
          <p:cNvSpPr/>
          <p:nvPr/>
        </p:nvSpPr>
        <p:spPr>
          <a:xfrm rot="16200000">
            <a:off x="0" y="360"/>
            <a:ext cx="703800" cy="704160"/>
          </a:xfrm>
          <a:custGeom>
            <a:avLst/>
            <a:gdLst>
              <a:gd name="textAreaLeft" fmla="*/ 0 w 703800"/>
              <a:gd name="textAreaRight" fmla="*/ 704160 w 703800"/>
              <a:gd name="textAreaTop" fmla="*/ 0 h 704160"/>
              <a:gd name="textAreaBottom" fmla="*/ 704520 h 704160"/>
            </a:gdLst>
            <a:ahLst/>
            <a:cxnLst/>
            <a:rect l="textAreaLeft" t="textAreaTop" r="textAreaRight" b="textAreaBottom"/>
            <a:pathLst>
              <a:path w="18034" h="18044">
                <a:moveTo>
                  <a:pt x="0" y="0"/>
                </a:moveTo>
                <a:cubicBezTo>
                  <a:pt x="0" y="9969"/>
                  <a:pt x="8075" y="18044"/>
                  <a:pt x="18033" y="18044"/>
                </a:cubicBezTo>
                <a:lnTo>
                  <a:pt x="18033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Google Shape;259;p6"/>
          <p:cNvSpPr/>
          <p:nvPr/>
        </p:nvSpPr>
        <p:spPr>
          <a:xfrm>
            <a:off x="8791560" y="352440"/>
            <a:ext cx="352080" cy="352080"/>
          </a:xfrm>
          <a:custGeom>
            <a:avLst/>
            <a:gdLst>
              <a:gd name="textAreaLeft" fmla="*/ 0 w 352080"/>
              <a:gd name="textAreaRight" fmla="*/ 352440 w 352080"/>
              <a:gd name="textAreaTop" fmla="*/ 0 h 352080"/>
              <a:gd name="textAreaBottom" fmla="*/ 352440 h 352080"/>
            </a:gdLst>
            <a:ahLst/>
            <a:cxnLst/>
            <a:rect l="textAreaLeft" t="textAreaTop" r="textAreaRight" b="textAreaBottom"/>
            <a:pathLst>
              <a:path w="9022" h="9022">
                <a:moveTo>
                  <a:pt x="0" y="0"/>
                </a:moveTo>
                <a:cubicBezTo>
                  <a:pt x="0" y="4979"/>
                  <a:pt x="4043" y="9022"/>
                  <a:pt x="9022" y="9022"/>
                </a:cubicBezTo>
                <a:lnTo>
                  <a:pt x="9022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Google Shape;260;p6"/>
          <p:cNvSpPr/>
          <p:nvPr/>
        </p:nvSpPr>
        <p:spPr>
          <a:xfrm>
            <a:off x="7735680" y="3675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261;p6"/>
          <p:cNvSpPr/>
          <p:nvPr/>
        </p:nvSpPr>
        <p:spPr>
          <a:xfrm>
            <a:off x="7735680" y="4287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Google Shape;262;p6"/>
          <p:cNvSpPr/>
          <p:nvPr/>
        </p:nvSpPr>
        <p:spPr>
          <a:xfrm>
            <a:off x="7735680" y="4899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263;p6"/>
          <p:cNvSpPr/>
          <p:nvPr/>
        </p:nvSpPr>
        <p:spPr>
          <a:xfrm>
            <a:off x="7735680" y="5511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264;p6"/>
          <p:cNvSpPr/>
          <p:nvPr/>
        </p:nvSpPr>
        <p:spPr>
          <a:xfrm>
            <a:off x="7735680" y="612360"/>
            <a:ext cx="703800" cy="30240"/>
          </a:xfrm>
          <a:custGeom>
            <a:avLst/>
            <a:gdLst>
              <a:gd name="textAreaLeft" fmla="*/ 0 w 703800"/>
              <a:gd name="textAreaRight" fmla="*/ 704160 w 70380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18034" h="785">
                <a:moveTo>
                  <a:pt x="1" y="0"/>
                </a:moveTo>
                <a:lnTo>
                  <a:pt x="1" y="784"/>
                </a:lnTo>
                <a:lnTo>
                  <a:pt x="18034" y="784"/>
                </a:lnTo>
                <a:lnTo>
                  <a:pt x="1803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Google Shape;265;p6"/>
          <p:cNvSpPr/>
          <p:nvPr/>
        </p:nvSpPr>
        <p:spPr>
          <a:xfrm>
            <a:off x="7735680" y="673920"/>
            <a:ext cx="703800" cy="29880"/>
          </a:xfrm>
          <a:custGeom>
            <a:avLst/>
            <a:gdLst>
              <a:gd name="textAreaLeft" fmla="*/ 0 w 703800"/>
              <a:gd name="textAreaRight" fmla="*/ 704160 w 703800"/>
              <a:gd name="textAreaTop" fmla="*/ 0 h 29880"/>
              <a:gd name="textAreaBottom" fmla="*/ 30240 h 29880"/>
            </a:gdLst>
            <a:ahLst/>
            <a:cxnLst/>
            <a:rect l="textAreaLeft" t="textAreaTop" r="textAreaRight" b="textAreaBottom"/>
            <a:pathLst>
              <a:path w="18034" h="775">
                <a:moveTo>
                  <a:pt x="1" y="1"/>
                </a:moveTo>
                <a:lnTo>
                  <a:pt x="1" y="774"/>
                </a:lnTo>
                <a:lnTo>
                  <a:pt x="18034" y="774"/>
                </a:lnTo>
                <a:lnTo>
                  <a:pt x="18034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5120" bIns="1512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266;p6"/>
          <p:cNvSpPr/>
          <p:nvPr/>
        </p:nvSpPr>
        <p:spPr>
          <a:xfrm>
            <a:off x="7383600" y="352440"/>
            <a:ext cx="351720" cy="351720"/>
          </a:xfrm>
          <a:custGeom>
            <a:avLst/>
            <a:gdLst>
              <a:gd name="textAreaLeft" fmla="*/ 0 w 351720"/>
              <a:gd name="textAreaRight" fmla="*/ 352080 w 351720"/>
              <a:gd name="textAreaTop" fmla="*/ 0 h 351720"/>
              <a:gd name="textAreaBottom" fmla="*/ 352080 h 351720"/>
            </a:gdLst>
            <a:ahLst/>
            <a:cxnLst/>
            <a:rect l="textAreaLeft" t="textAreaTop" r="textAreaRight" b="textAreaBottom"/>
            <a:pathLst>
              <a:path w="9013" h="9012">
                <a:moveTo>
                  <a:pt x="1060" y="1"/>
                </a:moveTo>
                <a:cubicBezTo>
                  <a:pt x="469" y="1"/>
                  <a:pt x="1" y="469"/>
                  <a:pt x="1" y="1060"/>
                </a:cubicBezTo>
                <a:lnTo>
                  <a:pt x="1" y="7953"/>
                </a:lnTo>
                <a:cubicBezTo>
                  <a:pt x="1" y="8544"/>
                  <a:pt x="469" y="9012"/>
                  <a:pt x="1060" y="9012"/>
                </a:cubicBezTo>
                <a:lnTo>
                  <a:pt x="7953" y="9012"/>
                </a:lnTo>
                <a:cubicBezTo>
                  <a:pt x="8544" y="9012"/>
                  <a:pt x="9012" y="8544"/>
                  <a:pt x="9012" y="7953"/>
                </a:cubicBezTo>
                <a:lnTo>
                  <a:pt x="9012" y="1060"/>
                </a:lnTo>
                <a:cubicBezTo>
                  <a:pt x="9012" y="469"/>
                  <a:pt x="8544" y="1"/>
                  <a:pt x="7953" y="1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267;p6"/>
          <p:cNvSpPr/>
          <p:nvPr/>
        </p:nvSpPr>
        <p:spPr>
          <a:xfrm>
            <a:off x="726840" y="542880"/>
            <a:ext cx="7703640" cy="4060800"/>
          </a:xfrm>
          <a:prstGeom prst="rect">
            <a:avLst/>
          </a:prstGeom>
          <a:solidFill>
            <a:schemeClr val="lt1"/>
          </a:solidFill>
          <a:ln w="2857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1182;p28"/>
          <p:cNvPicPr/>
          <p:nvPr/>
        </p:nvPicPr>
        <p:blipFill>
          <a:blip r:embed="rId2"/>
          <a:srcRect r="62145"/>
          <a:stretch/>
        </p:blipFill>
        <p:spPr>
          <a:xfrm>
            <a:off x="0" y="0"/>
            <a:ext cx="29844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3268440" y="1677240"/>
            <a:ext cx="5161680" cy="135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" sz="2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Proposed Capstone Project Ideas</a:t>
            </a:r>
            <a:br>
              <a:rPr sz="2500"/>
            </a:b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by</a:t>
            </a:r>
            <a:r>
              <a:rPr lang="en" sz="44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 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mTechPesOct24AGrp9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5" name="Table 2"/>
          <p:cNvGraphicFramePr/>
          <p:nvPr/>
        </p:nvGraphicFramePr>
        <p:xfrm>
          <a:off x="3803040" y="3485880"/>
          <a:ext cx="4092840" cy="1219200"/>
        </p:xfrm>
        <a:graphic>
          <a:graphicData uri="http://schemas.openxmlformats.org/drawingml/2006/table">
            <a:tbl>
              <a:tblPr/>
              <a:tblGrid>
                <a:gridCol w="409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2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Rozha One"/>
                          <a:ea typeface="Rozha One"/>
                        </a:rPr>
                        <a:t>Our Team</a:t>
                      </a:r>
                      <a:endParaRPr lang="en-IN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0492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Overpass"/>
                          <a:ea typeface="Overpass"/>
                        </a:rPr>
                        <a:t>Divya Narasimha Prasanna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0492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Overpass"/>
                          <a:ea typeface="Overpass"/>
                        </a:rPr>
                        <a:t>Priyanka Jain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0492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Overpass"/>
                          <a:ea typeface="Overpass"/>
                        </a:rPr>
                        <a:t>Rajani M S 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0492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Overpass"/>
                          <a:ea typeface="Overpass"/>
                        </a:rPr>
                        <a:t>Sunaina Kouser Shukoor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04920"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Overpass"/>
                          <a:ea typeface="Overpass"/>
                        </a:rPr>
                        <a:t>Upadhyay Kiran Maheshchandra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0" marR="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923040" y="2317680"/>
            <a:ext cx="4555440" cy="1527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800" b="0" u="sng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AI-based Defect De-Duplication System</a:t>
            </a:r>
            <a:endParaRPr lang="en-IN" sz="48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 type="title" hasCustomPrompt="1"/>
          </p:nvPr>
        </p:nvSpPr>
        <p:spPr>
          <a:xfrm>
            <a:off x="923040" y="962280"/>
            <a:ext cx="41094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Idea 1</a:t>
            </a:r>
            <a:endParaRPr lang="en-IN" sz="60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pic>
        <p:nvPicPr>
          <p:cNvPr id="648" name="Google Shape;1224;p32"/>
          <p:cNvPicPr/>
          <p:nvPr/>
        </p:nvPicPr>
        <p:blipFill>
          <a:blip r:embed="rId2"/>
          <a:srcRect l="14478" r="44277"/>
          <a:stretch/>
        </p:blipFill>
        <p:spPr>
          <a:xfrm>
            <a:off x="5830560" y="0"/>
            <a:ext cx="330372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ubTitle"/>
          </p:nvPr>
        </p:nvSpPr>
        <p:spPr>
          <a:xfrm>
            <a:off x="4178880" y="1371600"/>
            <a:ext cx="2944800" cy="44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The goal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Objectives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ubTitle"/>
          </p:nvPr>
        </p:nvSpPr>
        <p:spPr>
          <a:xfrm>
            <a:off x="4178880" y="1818000"/>
            <a:ext cx="2944800" cy="301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Automated identification of duplicate defects with high accuracy (&gt;85%).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Reduction in manual triaging time by 60–80%.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 Faster bug resolution cycles.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Scalable prototype suitable for enterprise integration.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4"/>
          <p:cNvSpPr>
            <a:spLocks noGrp="1"/>
          </p:cNvSpPr>
          <p:nvPr>
            <p:ph type="subTitle"/>
          </p:nvPr>
        </p:nvSpPr>
        <p:spPr>
          <a:xfrm>
            <a:off x="713160" y="1698120"/>
            <a:ext cx="2944800" cy="338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To design an AI-based system capable of detecting duplicate defect reports.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To apply NLP techniques to understand semantic similarity between defect descriptions.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To implement machine learning / deep learning models for accurate classification.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To reduce manual triaging effort and improve bug resolution time.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     To build a scalable and deployable prototype for real-world usage.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5"/>
          <p:cNvSpPr>
            <a:spLocks noGrp="1"/>
          </p:cNvSpPr>
          <p:nvPr>
            <p:ph type="subTitle"/>
          </p:nvPr>
        </p:nvSpPr>
        <p:spPr>
          <a:xfrm>
            <a:off x="713160" y="1371600"/>
            <a:ext cx="3034080" cy="44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4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Our aim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Scope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subTitle"/>
          </p:nvPr>
        </p:nvSpPr>
        <p:spPr>
          <a:xfrm>
            <a:off x="720000" y="1251360"/>
            <a:ext cx="7846200" cy="337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The project scope includes: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Preprocessing and cleaning of defect report text data.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Feature extraction using traditional NLP and transformer-based embeddings.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Training supervised and unsupervised ML models for similarity detection.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Development of a REST-based or web-based interface for duplicate prediction.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Performance evaluation using standard NLP metrics.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Out of scope: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Automated bug fixing.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- Root cause analysis automation.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 hasCustomPrompt="1"/>
          </p:nvPr>
        </p:nvSpPr>
        <p:spPr>
          <a:xfrm>
            <a:off x="923040" y="962280"/>
            <a:ext cx="2214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6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Idea</a:t>
            </a:r>
            <a:r>
              <a: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 2</a:t>
            </a:r>
            <a:endParaRPr lang="en-IN" sz="48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pic>
        <p:nvPicPr>
          <p:cNvPr id="657" name="Picture Placeholder 9"/>
          <p:cNvPicPr/>
          <p:nvPr/>
        </p:nvPicPr>
        <p:blipFill>
          <a:blip r:embed="rId2"/>
          <a:srcRect l="29841" t="-1587" r="3900" b="1587"/>
          <a:stretch/>
        </p:blipFill>
        <p:spPr>
          <a:xfrm>
            <a:off x="4474080" y="222480"/>
            <a:ext cx="466956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PlaceHolder 2"/>
          <p:cNvSpPr>
            <a:spLocks noGrp="1"/>
          </p:cNvSpPr>
          <p:nvPr>
            <p:ph type="title"/>
          </p:nvPr>
        </p:nvSpPr>
        <p:spPr>
          <a:xfrm>
            <a:off x="923040" y="2317680"/>
            <a:ext cx="4555440" cy="226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Selection, Optimization, and Performance Analysis of Transformer-Based Language Models for Text Classification</a:t>
            </a:r>
            <a:br>
              <a:rPr sz="2800"/>
            </a:br>
            <a:endParaRPr lang="en-IN" sz="28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3500" b="1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Problem Statement &amp; Gap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subTitle"/>
          </p:nvPr>
        </p:nvSpPr>
        <p:spPr>
          <a:xfrm>
            <a:off x="720000" y="1291680"/>
            <a:ext cx="7040880" cy="325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Problem Statement: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Multiple transformer-based language models are available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Organizations struggle to decide: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Which model to use?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How much fine-tuning is needed?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What is the trade-off between accuracy and cost?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Most projects focus on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one model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, not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model selection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Gap: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Lack of a systematic comparison framework for model selection under real-world constraints.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3500" b="1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Proposed Idea &amp; Use Case 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ubtitle 3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6"/>
          <p:cNvSpPr/>
          <p:nvPr/>
        </p:nvSpPr>
        <p:spPr>
          <a:xfrm>
            <a:off x="720000" y="1172880"/>
            <a:ext cx="3695400" cy="28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What We Will Do: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Compare multiple transformer-based models: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DistilBERT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BERT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RoBERTa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Apply them to text classification tasks Evaluate using: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Accuracy metrics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Training efficiency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Inference latency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Outcome: </a:t>
            </a: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Guidelines to select the most suitable model for deployment.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3"/>
          <p:cNvSpPr/>
          <p:nvPr/>
        </p:nvSpPr>
        <p:spPr>
          <a:xfrm>
            <a:off x="4572000" y="1172880"/>
            <a:ext cx="3584160" cy="21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Primary Use Case: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30492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Text Classification (foundational NLP task)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Applicable Domains: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 lvl="6" indent="-34308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Support ticket classification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 lvl="4" indent="-34308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Sentiment analysis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 lvl="4" indent="-34308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Document routing systems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160" lvl="4" indent="-34308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News categorization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br>
              <a:rPr sz="1200"/>
            </a:b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The project is domain-agnostic and focuses on model behavior rather than one application.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3500" b="1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Data, Techniques &amp; Evaluation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ubtitle 3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7"/>
          <p:cNvSpPr/>
          <p:nvPr/>
        </p:nvSpPr>
        <p:spPr>
          <a:xfrm>
            <a:off x="720000" y="1165320"/>
            <a:ext cx="3227040" cy="252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0492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Datasets (Real-World):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AG News </a:t>
            </a: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Real news articles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Multi-class classification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IMDb Movie Reviews </a:t>
            </a: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Real user-written reviews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Binary sentiment classification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Why these datasets?: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Public, real-world, and widely used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Support reproducibility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Cover different classification settings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3"/>
          <p:cNvSpPr/>
          <p:nvPr/>
        </p:nvSpPr>
        <p:spPr>
          <a:xfrm>
            <a:off x="4348800" y="1165320"/>
            <a:ext cx="4119120" cy="30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52280">
              <a:lnSpc>
                <a:spcPct val="100000"/>
              </a:lnSpc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Models</a:t>
            </a: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DistilBERT (lightweight)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BERT-base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RoBERTa-base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defTabSz="914400">
              <a:lnSpc>
                <a:spcPct val="100000"/>
              </a:lnSpc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Techniques</a:t>
            </a: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Fine-tuning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Partial layer freezing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8120" indent="-28584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</a:pP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Optimizer and learning rate comparison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defTabSz="914400"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tabLst>
                <a:tab pos="0" algn="l"/>
              </a:tabLst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Evaluation Metrics: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Performance Metrics: </a:t>
            </a: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Accuracy, Precision, Recall, F1-score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Efficiency Metrics: </a:t>
            </a: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Training time, GPU memory usage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defTabSz="914400">
              <a:lnSpc>
                <a:spcPct val="100000"/>
              </a:lnSpc>
              <a:buClr>
                <a:srgbClr val="19191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IN" sz="1200" b="1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Inference Metrics: </a:t>
            </a:r>
            <a:r>
              <a:rPr lang="en-IN" sz="1200" b="0" u="none" strike="noStrike">
                <a:solidFill>
                  <a:srgbClr val="191919"/>
                </a:solidFill>
                <a:effectLst/>
                <a:uFillTx/>
                <a:latin typeface="Overpass"/>
                <a:ea typeface="Arial"/>
              </a:rPr>
              <a:t>Inference latency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 hasCustomPrompt="1"/>
          </p:nvPr>
        </p:nvSpPr>
        <p:spPr>
          <a:xfrm>
            <a:off x="923040" y="962280"/>
            <a:ext cx="2214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6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Idea</a:t>
            </a:r>
            <a:r>
              <a: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 3</a:t>
            </a:r>
            <a:endParaRPr lang="en-IN" sz="48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pic>
        <p:nvPicPr>
          <p:cNvPr id="670" name="Picture Placeholder 9"/>
          <p:cNvPicPr/>
          <p:nvPr/>
        </p:nvPicPr>
        <p:blipFill>
          <a:blip r:embed="rId2"/>
          <a:srcRect l="29841" t="-1587" r="3900" b="1587"/>
          <a:stretch/>
        </p:blipFill>
        <p:spPr>
          <a:xfrm>
            <a:off x="4474080" y="-9360"/>
            <a:ext cx="466956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PlaceHolder 2"/>
          <p:cNvSpPr>
            <a:spLocks noGrp="1"/>
          </p:cNvSpPr>
          <p:nvPr>
            <p:ph type="title"/>
          </p:nvPr>
        </p:nvSpPr>
        <p:spPr>
          <a:xfrm>
            <a:off x="627480" y="1994040"/>
            <a:ext cx="5172840" cy="115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An AI agent that helps clinical researchers quickly navigate unstructured medical literature and case studies, delivering evidence-based insights and reducing review time from weeks to days</a:t>
            </a:r>
            <a:br>
              <a:rPr sz="2800"/>
            </a:br>
            <a:endParaRPr lang="en-IN" sz="24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ubtitle 3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3"/>
          <p:cNvSpPr/>
          <p:nvPr/>
        </p:nvSpPr>
        <p:spPr>
          <a:xfrm>
            <a:off x="318600" y="1383120"/>
            <a:ext cx="6525360" cy="363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Problem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Clinical researchers spend </a:t>
            </a:r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weeks manually reviewing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lvl="8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Unstructured medical literature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lvl="8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Case studies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lvl="8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Clinical trial reports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lvl="8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PDFs, guidelines, EMRs, and white papers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leads to: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Slow evidence synthesis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Information overload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Missed insights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human effort &amp; cost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470880" y="44496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Problem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Solution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2"/>
          <p:cNvSpPr/>
          <p:nvPr/>
        </p:nvSpPr>
        <p:spPr>
          <a:xfrm>
            <a:off x="1143000" y="1351800"/>
            <a:ext cx="2133360" cy="803160"/>
          </a:xfrm>
          <a:prstGeom prst="rect">
            <a:avLst/>
          </a:prstGeom>
          <a:solidFill>
            <a:srgbClr val="FFFFFF"/>
          </a:solidFill>
          <a:ln>
            <a:solidFill>
              <a:srgbClr val="C3C2B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Text Input (PDF/Text)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7" name="Straight Arrow Connector 4"/>
          <p:cNvCxnSpPr/>
          <p:nvPr/>
        </p:nvCxnSpPr>
        <p:spPr>
          <a:xfrm>
            <a:off x="3276360" y="1722240"/>
            <a:ext cx="2099520" cy="360"/>
          </a:xfrm>
          <a:prstGeom prst="straightConnector1">
            <a:avLst/>
          </a:prstGeom>
          <a:ln>
            <a:solidFill>
              <a:srgbClr val="181818"/>
            </a:solidFill>
            <a:round/>
            <a:tailEnd type="triangle" w="med" len="med"/>
          </a:ln>
        </p:spPr>
      </p:cxnSp>
      <p:sp>
        <p:nvSpPr>
          <p:cNvPr id="678" name="Rectangle 6"/>
          <p:cNvSpPr/>
          <p:nvPr/>
        </p:nvSpPr>
        <p:spPr>
          <a:xfrm>
            <a:off x="5396400" y="1260720"/>
            <a:ext cx="2214000" cy="923400"/>
          </a:xfrm>
          <a:prstGeom prst="rect">
            <a:avLst/>
          </a:prstGeom>
          <a:solidFill>
            <a:srgbClr val="FFFFFF"/>
          </a:solidFill>
          <a:ln>
            <a:solidFill>
              <a:srgbClr val="C3C2B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Text Preprocessing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Parsing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Cleaning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9" name="Straight Arrow Connector 10"/>
          <p:cNvCxnSpPr/>
          <p:nvPr/>
        </p:nvCxnSpPr>
        <p:spPr>
          <a:xfrm>
            <a:off x="6457320" y="2184120"/>
            <a:ext cx="360" cy="591480"/>
          </a:xfrm>
          <a:prstGeom prst="straightConnector1">
            <a:avLst/>
          </a:prstGeom>
          <a:ln>
            <a:solidFill>
              <a:srgbClr val="181818"/>
            </a:solidFill>
            <a:round/>
            <a:tailEnd type="triangle" w="med" len="med"/>
          </a:ln>
        </p:spPr>
      </p:cxnSp>
      <p:sp>
        <p:nvSpPr>
          <p:cNvPr id="680" name="Rectangle 15"/>
          <p:cNvSpPr/>
          <p:nvPr/>
        </p:nvSpPr>
        <p:spPr>
          <a:xfrm>
            <a:off x="5375520" y="2775600"/>
            <a:ext cx="2345760" cy="1052640"/>
          </a:xfrm>
          <a:prstGeom prst="rect">
            <a:avLst/>
          </a:prstGeom>
          <a:solidFill>
            <a:srgbClr val="FFFFFF"/>
          </a:solidFill>
          <a:ln>
            <a:solidFill>
              <a:srgbClr val="C3C2B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NLP processing 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Create vectors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Embeddings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Semantic Relationship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1" name="Straight Arrow Connector 16"/>
          <p:cNvCxnSpPr>
            <a:stCxn id="680" idx="1"/>
            <a:endCxn id="682" idx="3"/>
          </p:cNvCxnSpPr>
          <p:nvPr/>
        </p:nvCxnSpPr>
        <p:spPr>
          <a:xfrm flipH="1" flipV="1">
            <a:off x="3598920" y="3292560"/>
            <a:ext cx="1776960" cy="9720"/>
          </a:xfrm>
          <a:prstGeom prst="straightConnector1">
            <a:avLst/>
          </a:prstGeom>
          <a:ln>
            <a:solidFill>
              <a:srgbClr val="181818"/>
            </a:solidFill>
            <a:round/>
            <a:tailEnd type="triangle" w="med" len="med"/>
          </a:ln>
        </p:spPr>
      </p:cxnSp>
      <p:sp>
        <p:nvSpPr>
          <p:cNvPr id="682" name="Rectangle 22"/>
          <p:cNvSpPr/>
          <p:nvPr/>
        </p:nvSpPr>
        <p:spPr>
          <a:xfrm>
            <a:off x="1153800" y="2766240"/>
            <a:ext cx="2445120" cy="1052640"/>
          </a:xfrm>
          <a:prstGeom prst="rect">
            <a:avLst/>
          </a:prstGeom>
          <a:solidFill>
            <a:srgbClr val="FFFFFF"/>
          </a:solidFill>
          <a:ln>
            <a:solidFill>
              <a:srgbClr val="C3C2B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AI Agent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Define the task to extract the structured data by querying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3" name="Straight Arrow Connector 29"/>
          <p:cNvCxnSpPr>
            <a:endCxn id="684" idx="0"/>
          </p:cNvCxnSpPr>
          <p:nvPr/>
        </p:nvCxnSpPr>
        <p:spPr>
          <a:xfrm>
            <a:off x="2426040" y="3828240"/>
            <a:ext cx="360" cy="573120"/>
          </a:xfrm>
          <a:prstGeom prst="straightConnector1">
            <a:avLst/>
          </a:prstGeom>
          <a:ln>
            <a:solidFill>
              <a:srgbClr val="181818"/>
            </a:solidFill>
            <a:round/>
            <a:tailEnd type="triangle" w="med" len="med"/>
          </a:ln>
        </p:spPr>
      </p:cxnSp>
      <p:sp>
        <p:nvSpPr>
          <p:cNvPr id="684" name="Rectangle 34"/>
          <p:cNvSpPr/>
          <p:nvPr/>
        </p:nvSpPr>
        <p:spPr>
          <a:xfrm>
            <a:off x="1253160" y="4401000"/>
            <a:ext cx="2345760" cy="499680"/>
          </a:xfrm>
          <a:prstGeom prst="rect">
            <a:avLst/>
          </a:prstGeom>
          <a:solidFill>
            <a:srgbClr val="FFFFFF"/>
          </a:solidFill>
          <a:ln>
            <a:solidFill>
              <a:srgbClr val="C3C2B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91919"/>
                </a:solidFill>
                <a:effectLst/>
                <a:uFillTx/>
                <a:latin typeface="Arial"/>
              </a:rPr>
              <a:t>User Interface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923040" y="962280"/>
            <a:ext cx="2214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60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Idea</a:t>
            </a:r>
            <a:r>
              <a:rPr lang="en-IN" sz="4800" b="0" u="none" strike="noStrike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 4</a:t>
            </a:r>
            <a:endParaRPr lang="en-IN" sz="4800" b="0" u="none" strike="noStrike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pic>
        <p:nvPicPr>
          <p:cNvPr id="686" name="Picture Placeholder 2"/>
          <p:cNvPicPr/>
          <p:nvPr/>
        </p:nvPicPr>
        <p:blipFill>
          <a:blip r:embed="rId2"/>
          <a:srcRect l="29841" t="-1587" r="3900" b="1587"/>
          <a:stretch/>
        </p:blipFill>
        <p:spPr>
          <a:xfrm>
            <a:off x="4474080" y="-9360"/>
            <a:ext cx="466956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PlaceHolder 2"/>
          <p:cNvSpPr>
            <a:spLocks noGrp="1"/>
          </p:cNvSpPr>
          <p:nvPr>
            <p:ph type="title"/>
          </p:nvPr>
        </p:nvSpPr>
        <p:spPr>
          <a:xfrm>
            <a:off x="627480" y="1994040"/>
            <a:ext cx="5172840" cy="115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Agentic-EdTech  </a:t>
            </a:r>
            <a:br>
              <a:rPr sz="2400" dirty="0"/>
            </a:b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Personalized AI Tutor with </a:t>
            </a:r>
            <a:br>
              <a:rPr sz="2400" dirty="0"/>
            </a:b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Long-Term Memory</a:t>
            </a:r>
            <a:br>
              <a:rPr sz="2800" dirty="0"/>
            </a:br>
            <a:endParaRPr lang="en-IN" sz="2400" b="0" u="none" strike="noStrike" dirty="0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ubtitle 1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2"/>
          <p:cNvSpPr/>
          <p:nvPr/>
        </p:nvSpPr>
        <p:spPr>
          <a:xfrm>
            <a:off x="360000" y="1320480"/>
            <a:ext cx="6525360" cy="371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existing e-learning platforms provide static or shallow personalization. They adapt content only based on recent quizzes or session-level performance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Ignoring: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Long-term learning behavior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Forgetting patterns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Learning speed differences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dependencies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results in one-size-fits-all learning, poor retention, and disengagement.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327240" y="50760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Problem: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ubtitle 2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Box 4"/>
          <p:cNvSpPr/>
          <p:nvPr/>
        </p:nvSpPr>
        <p:spPr>
          <a:xfrm>
            <a:off x="110520" y="725040"/>
            <a:ext cx="6525360" cy="490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This project proposes an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Agentic AI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-based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Personalized Tutor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that: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Acts as an autonomous tutor agent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Observes student interactions continuously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Maintains long-term memory of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 charset="2"/>
              <a:buAutoNum type="arabicPeriod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Strengths &amp; weaknesses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 charset="2"/>
              <a:buAutoNum type="arabicPeriod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Learning pace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 charset="2"/>
              <a:buAutoNum type="arabicPeriod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Mistake patterns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0" lvl="4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OpenSymbol" charset="2"/>
              <a:buAutoNum type="arabicPeriod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mastery over time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Plans personalized learning paths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Adapts content difficulty in real time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5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Learns from feedback (student success/failure)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tutor is not just a recommender — it is an autonomous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decision-making agent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Software &amp; Programming Used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 The project is implemented primarily in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Python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PyTorch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Stable-Baselines3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are used to build the reinforcement-learning tutor agent, while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Gymnasium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defines the student–tutor interaction environment.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Pandas/NumPy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handle student datasets and long-term memory storage, with optional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Flask/Streamlit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for a demo interface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110520" y="18000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Solution: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ubtitle 4"/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5"/>
          <p:cNvSpPr/>
          <p:nvPr/>
        </p:nvSpPr>
        <p:spPr>
          <a:xfrm>
            <a:off x="110520" y="963720"/>
            <a:ext cx="6525360" cy="442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can combine Real+synthetic datasets.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Publicly Available Datasets : ASSISTments Dataset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EdNet Dataset : Large-scale real student data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KDD Cup Educational Datasets : ·Student problem-solving sequences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Research Gap: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🔴 Gap 1: Lack of Long-Term Personalization : Most tutoring systems Reset or weakly retain student history and Ignore forgetting and concept decay.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🔴 Gap 2: Limited Agent Autonomy : Use static policies and Do not self-improve teaching strategies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🔴 Gap 3: Poor Adaptation to Learning Pace : Treat all students similarly and Struggle with slow or irregular learners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🔴 Gap 5: Limited Explainability : Black-box tutors reduce trust.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110520" y="18000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Data Source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ECED-EA35-3314-F144-434B6F6C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>
            <a:extLst>
              <a:ext uri="{FF2B5EF4-FFF2-40B4-BE49-F238E27FC236}">
                <a16:creationId xmlns:a16="http://schemas.microsoft.com/office/drawing/2014/main" id="{C33FA8CE-26E9-E6A2-719F-A0AA4A7F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0" y="962280"/>
            <a:ext cx="2214000" cy="137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IN" sz="6000" b="0" u="none" strike="noStrike" dirty="0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Idea</a:t>
            </a:r>
            <a:r>
              <a:rPr lang="en-IN" sz="4800" b="0" u="none" strike="noStrike" dirty="0">
                <a:solidFill>
                  <a:schemeClr val="accent2"/>
                </a:solidFill>
                <a:effectLst/>
                <a:uFillTx/>
                <a:latin typeface="Rozha One"/>
                <a:ea typeface="Rozha One"/>
              </a:rPr>
              <a:t> 5</a:t>
            </a:r>
            <a:endParaRPr lang="en-IN" sz="4800" b="0" u="none" strike="noStrike" dirty="0">
              <a:solidFill>
                <a:schemeClr val="accent2"/>
              </a:solidFill>
              <a:effectLst/>
              <a:uFillTx/>
              <a:latin typeface="Rozha One"/>
            </a:endParaRPr>
          </a:p>
        </p:txBody>
      </p:sp>
      <p:pic>
        <p:nvPicPr>
          <p:cNvPr id="686" name="Picture Placeholder 2">
            <a:extLst>
              <a:ext uri="{FF2B5EF4-FFF2-40B4-BE49-F238E27FC236}">
                <a16:creationId xmlns:a16="http://schemas.microsoft.com/office/drawing/2014/main" id="{84517255-4802-F210-D369-FE4008A629D1}"/>
              </a:ext>
            </a:extLst>
          </p:cNvPr>
          <p:cNvPicPr/>
          <p:nvPr/>
        </p:nvPicPr>
        <p:blipFill>
          <a:blip r:embed="rId2"/>
          <a:srcRect l="29841" t="-1587" r="3900" b="1587"/>
          <a:stretch/>
        </p:blipFill>
        <p:spPr>
          <a:xfrm>
            <a:off x="4474080" y="-9360"/>
            <a:ext cx="4669560" cy="469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PlaceHolder 2">
            <a:extLst>
              <a:ext uri="{FF2B5EF4-FFF2-40B4-BE49-F238E27FC236}">
                <a16:creationId xmlns:a16="http://schemas.microsoft.com/office/drawing/2014/main" id="{D14EAEAF-8C40-AE21-13EB-C387C5B6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80" y="1994040"/>
            <a:ext cx="5172840" cy="115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dirty="0">
                <a:solidFill>
                  <a:schemeClr val="tx1"/>
                </a:solidFill>
              </a:rPr>
              <a:t>Explainable AI (XAI) for Credit Scoring and Loan </a:t>
            </a:r>
            <a:r>
              <a:rPr lang="en-US" sz="2400" b="1" dirty="0">
                <a:solidFill>
                  <a:schemeClr val="dk1"/>
                </a:solidFill>
              </a:rPr>
              <a:t>Approval</a:t>
            </a:r>
            <a:endParaRPr lang="en-IN" sz="24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59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A7D6-F389-346F-7BEC-18A1D19E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ubtitle 1">
            <a:extLst>
              <a:ext uri="{FF2B5EF4-FFF2-40B4-BE49-F238E27FC236}">
                <a16:creationId xmlns:a16="http://schemas.microsoft.com/office/drawing/2014/main" id="{E29AD381-08B0-06B3-40E7-F576191F914E}"/>
              </a:ext>
            </a:extLst>
          </p:cNvPr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9" name="TextBox 2">
            <a:extLst>
              <a:ext uri="{FF2B5EF4-FFF2-40B4-BE49-F238E27FC236}">
                <a16:creationId xmlns:a16="http://schemas.microsoft.com/office/drawing/2014/main" id="{CB23B214-4460-B1E6-7605-6B8DF1F80985}"/>
              </a:ext>
            </a:extLst>
          </p:cNvPr>
          <p:cNvSpPr/>
          <p:nvPr/>
        </p:nvSpPr>
        <p:spPr>
          <a:xfrm>
            <a:off x="318600" y="1254010"/>
            <a:ext cx="6691800" cy="1722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lvl="0">
              <a:tabLst>
                <a:tab pos="0" algn="l"/>
              </a:tabLst>
            </a:pPr>
            <a:r>
              <a:rPr lang="en-US" dirty="0"/>
              <a:t>"Black box" deep learning models (like </a:t>
            </a:r>
            <a:r>
              <a:rPr lang="en-US" dirty="0" err="1"/>
              <a:t>XGBoost</a:t>
            </a:r>
            <a:r>
              <a:rPr lang="en-US" dirty="0"/>
              <a:t> or Neural Nets) offer high accuracy for credit scoring but lack transparency. This project implements and evaluates </a:t>
            </a:r>
            <a:r>
              <a:rPr lang="en-US" b="1" dirty="0"/>
              <a:t>Post-hoc Explainability</a:t>
            </a:r>
            <a:r>
              <a:rPr lang="en-US" dirty="0"/>
              <a:t> methods to ensure loan approval decisions are fair and understandable.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0" name="PlaceHolder 1">
            <a:extLst>
              <a:ext uri="{FF2B5EF4-FFF2-40B4-BE49-F238E27FC236}">
                <a16:creationId xmlns:a16="http://schemas.microsoft.com/office/drawing/2014/main" id="{98D4EFFA-1DEB-86EE-3398-6C97CD65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40" y="50760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Problem: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858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9F42-82FC-6368-2C85-C3BA25AD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ubtitle 2">
            <a:extLst>
              <a:ext uri="{FF2B5EF4-FFF2-40B4-BE49-F238E27FC236}">
                <a16:creationId xmlns:a16="http://schemas.microsoft.com/office/drawing/2014/main" id="{06344FCB-3C3E-F175-C299-F4B58E5C1CC8}"/>
              </a:ext>
            </a:extLst>
          </p:cNvPr>
          <p:cNvSpPr/>
          <p:nvPr/>
        </p:nvSpPr>
        <p:spPr>
          <a:xfrm>
            <a:off x="318600" y="1172880"/>
            <a:ext cx="4178880" cy="377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2" name="TextBox 4">
            <a:extLst>
              <a:ext uri="{FF2B5EF4-FFF2-40B4-BE49-F238E27FC236}">
                <a16:creationId xmlns:a16="http://schemas.microsoft.com/office/drawing/2014/main" id="{5BE2178C-4378-2E7A-129C-3533E0420386}"/>
              </a:ext>
            </a:extLst>
          </p:cNvPr>
          <p:cNvSpPr/>
          <p:nvPr/>
        </p:nvSpPr>
        <p:spPr>
          <a:xfrm>
            <a:off x="230593" y="858734"/>
            <a:ext cx="6525360" cy="3722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r>
              <a:rPr lang="en-US" sz="1600" dirty="0"/>
              <a:t>    1. </a:t>
            </a:r>
            <a:r>
              <a:rPr lang="en-US" sz="1600" b="1" dirty="0"/>
              <a:t>Model Training:</a:t>
            </a:r>
            <a:r>
              <a:rPr lang="en-US" sz="1600" dirty="0"/>
              <a:t>  Train a complex model (Gradient Boosting or Deep Learning) on a dataset like the </a:t>
            </a:r>
            <a:r>
              <a:rPr lang="en-US" sz="1600" b="1" dirty="0"/>
              <a:t>Indian Credit Dataset</a:t>
            </a:r>
            <a:r>
              <a:rPr lang="en-US" sz="1600" dirty="0"/>
              <a:t>  </a:t>
            </a:r>
          </a:p>
          <a:p>
            <a:r>
              <a:rPr lang="en-US" sz="1600" dirty="0"/>
              <a:t>    2. </a:t>
            </a:r>
            <a:r>
              <a:rPr lang="en-US" sz="1600" b="1" dirty="0"/>
              <a:t>Bias Detection:</a:t>
            </a:r>
            <a:r>
              <a:rPr lang="en-US" sz="1600" dirty="0"/>
              <a:t> ). Use metrics like </a:t>
            </a:r>
            <a:r>
              <a:rPr lang="en-US" sz="1600" b="1" dirty="0"/>
              <a:t>Disparate Impact</a:t>
            </a:r>
            <a:r>
              <a:rPr lang="en-US" sz="1600" dirty="0"/>
              <a:t> or </a:t>
            </a:r>
            <a:r>
              <a:rPr lang="en-US" sz="1600" b="1" dirty="0"/>
              <a:t>Demographic Parity</a:t>
            </a:r>
            <a:r>
              <a:rPr lang="en-US" sz="1600" dirty="0"/>
              <a:t> to measure if the model discriminates against a protected group (e.g., age or gender).</a:t>
            </a:r>
          </a:p>
          <a:p>
            <a:r>
              <a:rPr lang="en-US" sz="1600" dirty="0"/>
              <a:t>    3. </a:t>
            </a:r>
            <a:r>
              <a:rPr lang="en-US" sz="1600" b="1" dirty="0"/>
              <a:t>Explainability Layer: </a:t>
            </a:r>
            <a:r>
              <a:rPr lang="en-US" sz="1600" dirty="0"/>
              <a:t>Implement </a:t>
            </a:r>
            <a:r>
              <a:rPr lang="en-US" sz="1600" b="1" dirty="0"/>
              <a:t>SHAP</a:t>
            </a:r>
            <a:r>
              <a:rPr lang="en-US" sz="1600" dirty="0"/>
              <a:t> (Shapley Additive Explanations) to generate global and local feature importance plots.     </a:t>
            </a:r>
          </a:p>
          <a:p>
            <a:r>
              <a:rPr lang="en-US" sz="1600" dirty="0"/>
              <a:t>    4. </a:t>
            </a:r>
            <a:r>
              <a:rPr lang="en-US" sz="1600" b="1" dirty="0"/>
              <a:t>Fairness Mitigation:</a:t>
            </a:r>
            <a:r>
              <a:rPr lang="en-US" sz="1600" dirty="0"/>
              <a:t>  Apply a pre-processing technique (like </a:t>
            </a:r>
            <a:r>
              <a:rPr lang="en-US" sz="1600" b="1" dirty="0"/>
              <a:t>Reweighting</a:t>
            </a:r>
            <a:r>
              <a:rPr lang="en-US" sz="1600" dirty="0"/>
              <a:t>) or in-processing technique (like </a:t>
            </a:r>
            <a:r>
              <a:rPr lang="en-US" sz="1600" b="1" dirty="0"/>
              <a:t>Adversarial Debiasing</a:t>
            </a:r>
            <a:r>
              <a:rPr lang="en-US" sz="1600" dirty="0"/>
              <a:t>) to reduce bias.   </a:t>
            </a:r>
          </a:p>
          <a:p>
            <a:r>
              <a:rPr lang="en-US" sz="1600" dirty="0"/>
              <a:t>    5. </a:t>
            </a:r>
            <a:r>
              <a:rPr lang="en-US" sz="1600" b="1" dirty="0"/>
              <a:t>Dashboard:</a:t>
            </a:r>
            <a:r>
              <a:rPr lang="en-US" sz="1600" dirty="0"/>
              <a:t> Build a dashboard (using </a:t>
            </a:r>
            <a:r>
              <a:rPr lang="en-US" sz="1600" b="1" dirty="0" err="1"/>
              <a:t>Streamlit</a:t>
            </a:r>
            <a:r>
              <a:rPr lang="en-US" sz="1600" dirty="0"/>
              <a:t> or </a:t>
            </a:r>
            <a:r>
              <a:rPr lang="en-US" sz="1600" b="1" dirty="0"/>
              <a:t>Dash</a:t>
            </a:r>
            <a:r>
              <a:rPr lang="en-US" sz="1600" dirty="0"/>
              <a:t>) that visualizes the "Why" behind a rejection (e.g., "Loan rejected because credit history &lt; 2 years").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3" name="PlaceHolder 1">
            <a:extLst>
              <a:ext uri="{FF2B5EF4-FFF2-40B4-BE49-F238E27FC236}">
                <a16:creationId xmlns:a16="http://schemas.microsoft.com/office/drawing/2014/main" id="{AEC1DDBA-141C-1C10-4934-C675026C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20" y="180000"/>
            <a:ext cx="7952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Solution:</a:t>
            </a:r>
            <a:endParaRPr lang="en-IN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4906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900000" y="7686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Thanks!</a:t>
            </a:r>
            <a:endParaRPr lang="en-IN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 type="subTitle"/>
          </p:nvPr>
        </p:nvSpPr>
        <p:spPr>
          <a:xfrm>
            <a:off x="900000" y="18414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u="none" strike="noStrike">
                <a:solidFill>
                  <a:schemeClr val="dk1"/>
                </a:solidFill>
                <a:effectLst/>
                <a:uFillTx/>
                <a:latin typeface="Rozha One"/>
                <a:ea typeface="Rozha One"/>
              </a:rPr>
              <a:t>Our Team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Divya Narasimha Prasanna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Priyanka Jain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Rajani M S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Sunaina Kouser Shukoor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Overpass"/>
                <a:ea typeface="Overpass"/>
              </a:rPr>
              <a:t>Upadhyay Kiran Maheshchandra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9" name="Google Shape;1401;p47"/>
          <p:cNvPicPr/>
          <p:nvPr/>
        </p:nvPicPr>
        <p:blipFill>
          <a:blip r:embed="rId2"/>
          <a:srcRect l="51004" r="9673"/>
          <a:stretch/>
        </p:blipFill>
        <p:spPr>
          <a:xfrm>
            <a:off x="5823000" y="695880"/>
            <a:ext cx="2607480" cy="3748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porate Identity Renewal Project Proposal by Slidesgo">
  <a:themeElements>
    <a:clrScheme name="Simple Light">
      <a:dk1>
        <a:srgbClr val="191919"/>
      </a:dk1>
      <a:lt1>
        <a:srgbClr val="FFFFFF"/>
      </a:lt1>
      <a:dk2>
        <a:srgbClr val="E3DCD6"/>
      </a:dk2>
      <a:lt2>
        <a:srgbClr val="D8CBBC"/>
      </a:lt2>
      <a:accent1>
        <a:srgbClr val="C3C2BF"/>
      </a:accent1>
      <a:accent2>
        <a:srgbClr val="9C92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1082</Words>
  <Application>Microsoft Office PowerPoint</Application>
  <PresentationFormat>On-screen Show (16:9)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Wingdings</vt:lpstr>
      <vt:lpstr>Overpass</vt:lpstr>
      <vt:lpstr>OpenSymbol</vt:lpstr>
      <vt:lpstr>Symbol</vt:lpstr>
      <vt:lpstr>Rozha One</vt:lpstr>
      <vt:lpstr>Corporate Identity Renewal Project Proposal by Slidesgo</vt:lpstr>
      <vt:lpstr>Proposed Capstone Project Ideas by  mTechPesOct24AGrp9</vt:lpstr>
      <vt:lpstr>AI-based Defect De-Duplication System</vt:lpstr>
      <vt:lpstr>Objectives</vt:lpstr>
      <vt:lpstr>Scope</vt:lpstr>
      <vt:lpstr>Idea 2</vt:lpstr>
      <vt:lpstr>Problem Statement &amp; Gap</vt:lpstr>
      <vt:lpstr>Proposed Idea &amp; Use Case </vt:lpstr>
      <vt:lpstr>Data, Techniques &amp; Evaluation</vt:lpstr>
      <vt:lpstr>Idea 3</vt:lpstr>
      <vt:lpstr>Problem</vt:lpstr>
      <vt:lpstr>Solution</vt:lpstr>
      <vt:lpstr>Idea 4</vt:lpstr>
      <vt:lpstr>Problem:</vt:lpstr>
      <vt:lpstr>Solution:</vt:lpstr>
      <vt:lpstr>Data Source</vt:lpstr>
      <vt:lpstr>Idea 5</vt:lpstr>
      <vt:lpstr>Problem:</vt:lpstr>
      <vt:lpstr>Solution: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Priyanka</dc:creator>
  <dc:description/>
  <cp:lastModifiedBy>Narasimha Prasanna</cp:lastModifiedBy>
  <cp:revision>22</cp:revision>
  <dcterms:modified xsi:type="dcterms:W3CDTF">2026-02-08T09:11:16Z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