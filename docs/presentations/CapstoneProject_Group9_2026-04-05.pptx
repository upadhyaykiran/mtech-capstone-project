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 id="2147483674" r:id="rId3"/>
  </p:sldMasterIdLst>
  <p:sldIdLst>
    <p:sldId id="265" r:id="rId4"/>
    <p:sldId id="257" r:id="rId5"/>
    <p:sldId id="258" r:id="rId6"/>
    <p:sldId id="259" r:id="rId7"/>
    <p:sldId id="260" r:id="rId8"/>
    <p:sldId id="261" r:id="rId9"/>
    <p:sldId id="262" r:id="rId10"/>
    <p:sldId id="263" r:id="rId11"/>
    <p:sldId id="266" r:id="rId12"/>
    <p:sldId id="267" r:id="rId13"/>
    <p:sldId id="268" r:id="rId14"/>
    <p:sldId id="269" r:id="rId15"/>
    <p:sldId id="270" r:id="rId16"/>
    <p:sldId id="271" r:id="rId17"/>
    <p:sldId id="273" r:id="rId18"/>
    <p:sldId id="272" r:id="rId19"/>
    <p:sldId id="264" r:id="rId20"/>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D6CF2-F543-40A3-9BF2-3ED9D6403B81}" v="11" dt="2026-03-14T18:27:22.681"/>
    <p1510:client id="{D96E7313-816C-4BCA-A4A2-6F43863355BF}" v="5" dt="2026-03-15T07:43:28.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200"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ha Prasanna" userId="4cc0b6663bad653f" providerId="LiveId" clId="{B3177210-01C0-416B-80F0-88289FBE0052}"/>
    <pc:docChg chg="undo custSel addSld modSld">
      <pc:chgData name="Narasimha Prasanna" userId="4cc0b6663bad653f" providerId="LiveId" clId="{B3177210-01C0-416B-80F0-88289FBE0052}" dt="2026-03-15T07:51:03.113" v="2222" actId="5793"/>
      <pc:docMkLst>
        <pc:docMk/>
      </pc:docMkLst>
      <pc:sldChg chg="addSp delSp modSp mod">
        <pc:chgData name="Narasimha Prasanna" userId="4cc0b6663bad653f" providerId="LiveId" clId="{B3177210-01C0-416B-80F0-88289FBE0052}" dt="2026-02-22T08:03:45.044" v="540" actId="20577"/>
        <pc:sldMkLst>
          <pc:docMk/>
          <pc:sldMk cId="0" sldId="261"/>
        </pc:sldMkLst>
        <pc:spChg chg="add mod">
          <ac:chgData name="Narasimha Prasanna" userId="4cc0b6663bad653f" providerId="LiveId" clId="{B3177210-01C0-416B-80F0-88289FBE0052}" dt="2026-02-22T08:03:45.044" v="540" actId="20577"/>
          <ac:spMkLst>
            <pc:docMk/>
            <pc:sldMk cId="0" sldId="261"/>
            <ac:spMk id="2" creationId="{E0A10969-B158-98A3-827D-F87DB18E13BD}"/>
          </ac:spMkLst>
        </pc:spChg>
      </pc:sldChg>
      <pc:sldChg chg="modSp mod">
        <pc:chgData name="Narasimha Prasanna" userId="4cc0b6663bad653f" providerId="LiveId" clId="{B3177210-01C0-416B-80F0-88289FBE0052}" dt="2026-02-22T08:17:59.483" v="818" actId="20577"/>
        <pc:sldMkLst>
          <pc:docMk/>
          <pc:sldMk cId="0" sldId="262"/>
        </pc:sldMkLst>
        <pc:spChg chg="mod">
          <ac:chgData name="Narasimha Prasanna" userId="4cc0b6663bad653f" providerId="LiveId" clId="{B3177210-01C0-416B-80F0-88289FBE0052}" dt="2026-02-22T08:17:59.483" v="818" actId="20577"/>
          <ac:spMkLst>
            <pc:docMk/>
            <pc:sldMk cId="0" sldId="262"/>
            <ac:spMk id="90" creationId="{00000000-0000-0000-0000-000000000000}"/>
          </ac:spMkLst>
        </pc:spChg>
      </pc:sldChg>
      <pc:sldChg chg="addSp delSp modSp new mod">
        <pc:chgData name="Narasimha Prasanna" userId="4cc0b6663bad653f" providerId="LiveId" clId="{B3177210-01C0-416B-80F0-88289FBE0052}" dt="2026-03-15T07:43:34.952" v="2204" actId="6549"/>
        <pc:sldMkLst>
          <pc:docMk/>
          <pc:sldMk cId="4213649536" sldId="267"/>
        </pc:sldMkLst>
        <pc:spChg chg="mod">
          <ac:chgData name="Narasimha Prasanna" userId="4cc0b6663bad653f" providerId="LiveId" clId="{B3177210-01C0-416B-80F0-88289FBE0052}" dt="2026-03-14T18:19:12.367" v="1545" actId="20577"/>
          <ac:spMkLst>
            <pc:docMk/>
            <pc:sldMk cId="4213649536" sldId="267"/>
            <ac:spMk id="2" creationId="{53BC5EEB-BE82-8E1C-8925-B230F59D38B7}"/>
          </ac:spMkLst>
        </pc:spChg>
        <pc:spChg chg="del">
          <ac:chgData name="Narasimha Prasanna" userId="4cc0b6663bad653f" providerId="LiveId" clId="{B3177210-01C0-416B-80F0-88289FBE0052}" dt="2026-03-14T18:12:36.292" v="1411" actId="21"/>
          <ac:spMkLst>
            <pc:docMk/>
            <pc:sldMk cId="4213649536" sldId="267"/>
            <ac:spMk id="3" creationId="{FAF8FD7F-CF27-73A3-B773-EFF3AADB3C7F}"/>
          </ac:spMkLst>
        </pc:spChg>
        <pc:spChg chg="add mod">
          <ac:chgData name="Narasimha Prasanna" userId="4cc0b6663bad653f" providerId="LiveId" clId="{B3177210-01C0-416B-80F0-88289FBE0052}" dt="2026-03-15T07:43:34.952" v="2204" actId="6549"/>
          <ac:spMkLst>
            <pc:docMk/>
            <pc:sldMk cId="4213649536" sldId="267"/>
            <ac:spMk id="4" creationId="{4F33BDAF-14E1-D7F9-77B7-4408A4B087BC}"/>
          </ac:spMkLst>
        </pc:spChg>
        <pc:spChg chg="add mod">
          <ac:chgData name="Narasimha Prasanna" userId="4cc0b6663bad653f" providerId="LiveId" clId="{B3177210-01C0-416B-80F0-88289FBE0052}" dt="2026-03-14T18:20:20.807" v="1561" actId="1076"/>
          <ac:spMkLst>
            <pc:docMk/>
            <pc:sldMk cId="4213649536" sldId="267"/>
            <ac:spMk id="5" creationId="{85309AC9-CECE-3CE4-1CB8-4DBA05F6817D}"/>
          </ac:spMkLst>
        </pc:spChg>
      </pc:sldChg>
      <pc:sldChg chg="addSp delSp modSp new mod">
        <pc:chgData name="Narasimha Prasanna" userId="4cc0b6663bad653f" providerId="LiveId" clId="{B3177210-01C0-416B-80F0-88289FBE0052}" dt="2026-03-15T07:40:07.098" v="2169" actId="1076"/>
        <pc:sldMkLst>
          <pc:docMk/>
          <pc:sldMk cId="239293858" sldId="268"/>
        </pc:sldMkLst>
        <pc:spChg chg="mod">
          <ac:chgData name="Narasimha Prasanna" userId="4cc0b6663bad653f" providerId="LiveId" clId="{B3177210-01C0-416B-80F0-88289FBE0052}" dt="2026-03-14T18:18:38.273" v="1539" actId="1076"/>
          <ac:spMkLst>
            <pc:docMk/>
            <pc:sldMk cId="239293858" sldId="268"/>
            <ac:spMk id="2" creationId="{8E296702-6020-EFD9-5796-C82ACCCA10C1}"/>
          </ac:spMkLst>
        </pc:spChg>
        <pc:spChg chg="del">
          <ac:chgData name="Narasimha Prasanna" userId="4cc0b6663bad653f" providerId="LiveId" clId="{B3177210-01C0-416B-80F0-88289FBE0052}" dt="2026-03-14T18:16:35.571" v="1534" actId="21"/>
          <ac:spMkLst>
            <pc:docMk/>
            <pc:sldMk cId="239293858" sldId="268"/>
            <ac:spMk id="3" creationId="{83854507-9C04-668D-9AAD-2C16488BC6EB}"/>
          </ac:spMkLst>
        </pc:spChg>
        <pc:spChg chg="add del mod">
          <ac:chgData name="Narasimha Prasanna" userId="4cc0b6663bad653f" providerId="LiveId" clId="{B3177210-01C0-416B-80F0-88289FBE0052}" dt="2026-03-14T18:20:11.378" v="1560" actId="21"/>
          <ac:spMkLst>
            <pc:docMk/>
            <pc:sldMk cId="239293858" sldId="268"/>
            <ac:spMk id="6" creationId="{E3AD7EDE-0BB1-E3BD-8BBF-0EBD0DE620F4}"/>
          </ac:spMkLst>
        </pc:spChg>
        <pc:picChg chg="add mod">
          <ac:chgData name="Narasimha Prasanna" userId="4cc0b6663bad653f" providerId="LiveId" clId="{B3177210-01C0-416B-80F0-88289FBE0052}" dt="2026-03-15T07:40:07.098" v="2169" actId="1076"/>
          <ac:picMkLst>
            <pc:docMk/>
            <pc:sldMk cId="239293858" sldId="268"/>
            <ac:picMk id="4" creationId="{BE1E5D1E-7ACA-3C78-DCB1-4C4B9699D97F}"/>
          </ac:picMkLst>
        </pc:picChg>
        <pc:picChg chg="add del mod">
          <ac:chgData name="Narasimha Prasanna" userId="4cc0b6663bad653f" providerId="LiveId" clId="{B3177210-01C0-416B-80F0-88289FBE0052}" dt="2026-03-15T07:39:56.162" v="2166" actId="478"/>
          <ac:picMkLst>
            <pc:docMk/>
            <pc:sldMk cId="239293858" sldId="268"/>
            <ac:picMk id="5" creationId="{FFFB5F4B-0A00-8ACB-E91F-F473A34C8768}"/>
          </ac:picMkLst>
        </pc:picChg>
      </pc:sldChg>
      <pc:sldChg chg="addSp delSp modSp new mod">
        <pc:chgData name="Narasimha Prasanna" userId="4cc0b6663bad653f" providerId="LiveId" clId="{B3177210-01C0-416B-80F0-88289FBE0052}" dt="2026-03-15T07:51:03.113" v="2222" actId="5793"/>
        <pc:sldMkLst>
          <pc:docMk/>
          <pc:sldMk cId="1693627216" sldId="269"/>
        </pc:sldMkLst>
        <pc:spChg chg="mod">
          <ac:chgData name="Narasimha Prasanna" userId="4cc0b6663bad653f" providerId="LiveId" clId="{B3177210-01C0-416B-80F0-88289FBE0052}" dt="2026-03-14T18:20:34.247" v="1572" actId="20577"/>
          <ac:spMkLst>
            <pc:docMk/>
            <pc:sldMk cId="1693627216" sldId="269"/>
            <ac:spMk id="2" creationId="{A8451FB1-86A0-D889-94EB-F2B2A6B0479E}"/>
          </ac:spMkLst>
        </pc:spChg>
        <pc:spChg chg="del">
          <ac:chgData name="Narasimha Prasanna" userId="4cc0b6663bad653f" providerId="LiveId" clId="{B3177210-01C0-416B-80F0-88289FBE0052}" dt="2026-03-14T18:20:47.304" v="1574" actId="21"/>
          <ac:spMkLst>
            <pc:docMk/>
            <pc:sldMk cId="1693627216" sldId="269"/>
            <ac:spMk id="3" creationId="{82B4D896-8F05-1A93-AC2B-3BE235E29DE6}"/>
          </ac:spMkLst>
        </pc:spChg>
        <pc:spChg chg="add del mod">
          <ac:chgData name="Narasimha Prasanna" userId="4cc0b6663bad653f" providerId="LiveId" clId="{B3177210-01C0-416B-80F0-88289FBE0052}" dt="2026-03-14T18:20:47.319" v="1576"/>
          <ac:spMkLst>
            <pc:docMk/>
            <pc:sldMk cId="1693627216" sldId="269"/>
            <ac:spMk id="4" creationId="{FCCF9DC1-4642-B8CE-BB1A-5FA25820CE91}"/>
          </ac:spMkLst>
        </pc:spChg>
        <pc:spChg chg="add mod">
          <ac:chgData name="Narasimha Prasanna" userId="4cc0b6663bad653f" providerId="LiveId" clId="{B3177210-01C0-416B-80F0-88289FBE0052}" dt="2026-03-15T07:51:03.113" v="2222" actId="5793"/>
          <ac:spMkLst>
            <pc:docMk/>
            <pc:sldMk cId="1693627216" sldId="269"/>
            <ac:spMk id="5" creationId="{EF24DB7E-8A00-97A5-0C80-DEC14E81F08C}"/>
          </ac:spMkLst>
        </pc:spChg>
      </pc:sldChg>
      <pc:sldChg chg="addSp delSp modSp new mod">
        <pc:chgData name="Narasimha Prasanna" userId="4cc0b6663bad653f" providerId="LiveId" clId="{B3177210-01C0-416B-80F0-88289FBE0052}" dt="2026-03-15T07:46:33.483" v="2216" actId="255"/>
        <pc:sldMkLst>
          <pc:docMk/>
          <pc:sldMk cId="2863195539" sldId="270"/>
        </pc:sldMkLst>
        <pc:spChg chg="mod">
          <ac:chgData name="Narasimha Prasanna" userId="4cc0b6663bad653f" providerId="LiveId" clId="{B3177210-01C0-416B-80F0-88289FBE0052}" dt="2026-03-14T18:26:59.003" v="1913" actId="20577"/>
          <ac:spMkLst>
            <pc:docMk/>
            <pc:sldMk cId="2863195539" sldId="270"/>
            <ac:spMk id="2" creationId="{6F985452-6A9B-FCA5-D62A-9F2F0B3A8012}"/>
          </ac:spMkLst>
        </pc:spChg>
        <pc:spChg chg="del">
          <ac:chgData name="Narasimha Prasanna" userId="4cc0b6663bad653f" providerId="LiveId" clId="{B3177210-01C0-416B-80F0-88289FBE0052}" dt="2026-03-15T01:21:06.415" v="2164" actId="478"/>
          <ac:spMkLst>
            <pc:docMk/>
            <pc:sldMk cId="2863195539" sldId="270"/>
            <ac:spMk id="3" creationId="{80FF87E0-1E3E-AB76-0F26-204015A4276D}"/>
          </ac:spMkLst>
        </pc:spChg>
        <pc:spChg chg="add mod">
          <ac:chgData name="Narasimha Prasanna" userId="4cc0b6663bad653f" providerId="LiveId" clId="{B3177210-01C0-416B-80F0-88289FBE0052}" dt="2026-03-15T07:46:33.483" v="2216" actId="255"/>
          <ac:spMkLst>
            <pc:docMk/>
            <pc:sldMk cId="2863195539" sldId="270"/>
            <ac:spMk id="4" creationId="{242D9757-203C-2ADB-9078-7D0B9D0DCE5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85D3F2"/>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3" name="PlaceHolder 2"/>
          <p:cNvSpPr>
            <a:spLocks noGrp="1"/>
          </p:cNvSpPr>
          <p:nvPr>
            <p:ph type="title"/>
          </p:nvPr>
        </p:nvSpPr>
        <p:spPr>
          <a:xfrm>
            <a:off x="228600" y="428400"/>
            <a:ext cx="6222240" cy="98460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lvl1pPr indent="0" algn="l" defTabSz="914400">
              <a:lnSpc>
                <a:spcPct val="90000"/>
              </a:lnSpc>
              <a:buNone/>
              <a:tabLst>
                <a:tab pos="0" algn="l"/>
              </a:tabLst>
              <a:defRPr lang="fr-FR" sz="4700" b="0" u="none" strike="noStrike">
                <a:solidFill>
                  <a:schemeClr val="dk1"/>
                </a:solidFill>
                <a:effectLst/>
                <a:uFillTx/>
                <a:latin typeface="Arial"/>
              </a:defRPr>
            </a:lvl1pPr>
          </a:lstStyle>
          <a:p>
            <a:pPr indent="0" algn="l" defTabSz="914400">
              <a:lnSpc>
                <a:spcPct val="90000"/>
              </a:lnSpc>
              <a:buNone/>
              <a:tabLst>
                <a:tab pos="0" algn="l"/>
              </a:tabLst>
            </a:pPr>
            <a:r>
              <a:rPr lang="fr-FR" sz="4700" b="0" u="none" strike="noStrike">
                <a:solidFill>
                  <a:schemeClr val="dk1"/>
                </a:solidFill>
                <a:effectLst/>
                <a:uFillTx/>
                <a:latin typeface="Arial"/>
              </a:rPr>
              <a:t>Click to edit the title text format</a:t>
            </a:r>
            <a:endParaRPr lang="en-US" sz="4700" b="0" u="none" strike="noStrike">
              <a:solidFill>
                <a:schemeClr val="dk1"/>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rgbClr val="85D3F2"/>
        </a:solidFill>
        <a:effectLst/>
      </p:bgPr>
    </p:bg>
    <p:spTree>
      <p:nvGrpSpPr>
        <p:cNvPr id="1" name=""/>
        <p:cNvGrpSpPr/>
        <p:nvPr/>
      </p:nvGrpSpPr>
      <p:grpSpPr>
        <a:xfrm>
          <a:off x="0" y="0"/>
          <a:ext cx="0" cy="0"/>
          <a:chOff x="0" y="0"/>
          <a:chExt cx="0" cy="0"/>
        </a:xfrm>
      </p:grpSpPr>
      <p:sp>
        <p:nvSpPr>
          <p:cNvPr id="4" name="PlaceHolder 1"/>
          <p:cNvSpPr>
            <a:spLocks noGrp="1"/>
          </p:cNvSpPr>
          <p:nvPr>
            <p:ph type="body"/>
          </p:nvPr>
        </p:nvSpPr>
        <p:spPr>
          <a:xfrm>
            <a:off x="36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5" name="PlaceHolder 2"/>
          <p:cNvSpPr>
            <a:spLocks noGrp="1"/>
          </p:cNvSpPr>
          <p:nvPr>
            <p:ph type="title"/>
          </p:nvPr>
        </p:nvSpPr>
        <p:spPr>
          <a:xfrm>
            <a:off x="228600" y="477000"/>
            <a:ext cx="5447160" cy="876600"/>
          </a:xfrm>
          <a:prstGeom prst="rect">
            <a:avLst/>
          </a:prstGeom>
          <a:noFill/>
          <a:ln w="0">
            <a:noFill/>
          </a:ln>
        </p:spPr>
        <p:txBody>
          <a:bodyPr lIns="91440" tIns="91440" rIns="91440" bIns="91440" anchor="b">
            <a:noAutofit/>
          </a:bodyPr>
          <a:lstStyle>
            <a:lvl1pPr indent="0" algn="l" defTabSz="914400">
              <a:lnSpc>
                <a:spcPct val="100000"/>
              </a:lnSpc>
              <a:buNone/>
              <a:tabLst>
                <a:tab pos="0" algn="l"/>
              </a:tabLst>
              <a:defRPr lang="fr-FR" sz="45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4500" b="1" u="none" strike="noStrike">
                <a:solidFill>
                  <a:schemeClr val="dk1"/>
                </a:solidFill>
                <a:effectLst/>
                <a:uFillTx/>
                <a:latin typeface="Sora"/>
                <a:ea typeface="Sora"/>
              </a:rPr>
              <a:t>xx%</a:t>
            </a:r>
            <a:endParaRPr lang="en-US" sz="4500" b="0" u="none" strike="noStrike">
              <a:solidFill>
                <a:schemeClr val="dk1"/>
              </a:solidFill>
              <a:effectLst/>
              <a:uFillTx/>
              <a:latin typeface="Arial"/>
            </a:endParaRPr>
          </a:p>
        </p:txBody>
      </p:sp>
      <p:sp>
        <p:nvSpPr>
          <p:cNvPr id="6" name="PlaceHolder 3"/>
          <p:cNvSpPr>
            <a:spLocks noGrp="1"/>
          </p:cNvSpPr>
          <p:nvPr>
            <p:ph type="title"/>
          </p:nvPr>
        </p:nvSpPr>
        <p:spPr>
          <a:xfrm>
            <a:off x="228600" y="2593440"/>
            <a:ext cx="5447160" cy="876600"/>
          </a:xfrm>
          <a:prstGeom prst="rect">
            <a:avLst/>
          </a:prstGeom>
          <a:noFill/>
          <a:ln w="0">
            <a:noFill/>
          </a:ln>
        </p:spPr>
        <p:txBody>
          <a:bodyPr lIns="91440" tIns="91440" rIns="91440" bIns="91440" anchor="b">
            <a:noAutofit/>
          </a:bodyPr>
          <a:lstStyle>
            <a:lvl1pPr indent="0" algn="l" defTabSz="914400">
              <a:lnSpc>
                <a:spcPct val="100000"/>
              </a:lnSpc>
              <a:buNone/>
              <a:tabLst>
                <a:tab pos="0" algn="l"/>
              </a:tabLst>
              <a:defRPr lang="fr-FR" sz="45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4500" b="1" u="none" strike="noStrike">
                <a:solidFill>
                  <a:schemeClr val="dk1"/>
                </a:solidFill>
                <a:effectLst/>
                <a:uFillTx/>
                <a:latin typeface="Sora"/>
                <a:ea typeface="Sora"/>
              </a:rPr>
              <a:t>xx%</a:t>
            </a:r>
            <a:endParaRPr lang="en-US" sz="45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rgbClr val="85D3F2"/>
        </a:solidFill>
        <a:effectLst/>
      </p:bgPr>
    </p:bg>
    <p:spTree>
      <p:nvGrpSpPr>
        <p:cNvPr id="1" name=""/>
        <p:cNvGrpSpPr/>
        <p:nvPr/>
      </p:nvGrpSpPr>
      <p:grpSpPr>
        <a:xfrm>
          <a:off x="0" y="0"/>
          <a:ext cx="0" cy="0"/>
          <a:chOff x="0" y="0"/>
          <a:chExt cx="0" cy="0"/>
        </a:xfrm>
      </p:grpSpPr>
      <p:pic>
        <p:nvPicPr>
          <p:cNvPr id="7" name="Google Shape;111;p20"/>
          <p:cNvPicPr/>
          <p:nvPr/>
        </p:nvPicPr>
        <p:blipFill>
          <a:blip r:embed="rId2"/>
          <a:stretch/>
        </p:blipFill>
        <p:spPr>
          <a:xfrm rot="10800000">
            <a:off x="720" y="0"/>
            <a:ext cx="9143280" cy="5142600"/>
          </a:xfrm>
          <a:prstGeom prst="rect">
            <a:avLst/>
          </a:prstGeom>
          <a:noFill/>
          <a:ln w="0">
            <a:noFill/>
          </a:ln>
        </p:spPr>
      </p:pic>
      <p:sp>
        <p:nvSpPr>
          <p:cNvPr id="8" name="Google Shape;112;p20"/>
          <p:cNvSpPr/>
          <p:nvPr/>
        </p:nvSpPr>
        <p:spPr>
          <a:xfrm>
            <a:off x="228600" y="3283560"/>
            <a:ext cx="4944960" cy="4917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IN" sz="1000" b="0" u="none" strike="noStrike" dirty="0">
              <a:solidFill>
                <a:srgbClr val="000000"/>
              </a:solidFill>
              <a:effectLst/>
              <a:uFillTx/>
              <a:latin typeface="Arial"/>
            </a:endParaRPr>
          </a:p>
        </p:txBody>
      </p:sp>
      <p:sp>
        <p:nvSpPr>
          <p:cNvPr id="9" name="PlaceHolder 1"/>
          <p:cNvSpPr>
            <a:spLocks noGrp="1"/>
          </p:cNvSpPr>
          <p:nvPr>
            <p:ph type="title"/>
          </p:nvPr>
        </p:nvSpPr>
        <p:spPr>
          <a:xfrm>
            <a:off x="228600" y="228600"/>
            <a:ext cx="6561720" cy="984600"/>
          </a:xfrm>
          <a:prstGeom prst="rect">
            <a:avLst/>
          </a:prstGeom>
          <a:noFill/>
          <a:ln w="0">
            <a:noFill/>
          </a:ln>
        </p:spPr>
        <p:txBody>
          <a:bodyPr lIns="91440" tIns="91440" rIns="91440" bIns="91440" anchor="b">
            <a:noAutofit/>
          </a:bodyPr>
          <a:lstStyle>
            <a:lvl1pPr indent="0" algn="l" defTabSz="914400">
              <a:lnSpc>
                <a:spcPct val="90000"/>
              </a:lnSpc>
              <a:buNone/>
              <a:tabLst>
                <a:tab pos="0" algn="l"/>
              </a:tabLst>
              <a:defRPr lang="fr-FR" sz="5200" b="0" u="none" strike="noStrike">
                <a:solidFill>
                  <a:schemeClr val="dk1"/>
                </a:solidFill>
                <a:effectLst/>
                <a:uFillTx/>
                <a:latin typeface="Arial"/>
              </a:defRPr>
            </a:lvl1pPr>
          </a:lstStyle>
          <a:p>
            <a:pPr indent="0" algn="l" defTabSz="914400">
              <a:lnSpc>
                <a:spcPct val="90000"/>
              </a:lnSpc>
              <a:buNone/>
              <a:tabLst>
                <a:tab pos="0" algn="l"/>
              </a:tabLst>
            </a:pPr>
            <a:r>
              <a:rPr lang="fr-FR" sz="5200" b="0" u="none" strike="noStrike">
                <a:solidFill>
                  <a:schemeClr val="dk1"/>
                </a:solidFill>
                <a:effectLst/>
                <a:uFillTx/>
                <a:latin typeface="Arial"/>
              </a:rPr>
              <a:t>Click to edit the title text format</a:t>
            </a:r>
            <a:endParaRPr lang="en-US" sz="52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rgbClr val="85D3F2"/>
        </a:solidFill>
        <a:effectLst/>
      </p:bgPr>
    </p:bg>
    <p:spTree>
      <p:nvGrpSpPr>
        <p:cNvPr id="1" name=""/>
        <p:cNvGrpSpPr/>
        <p:nvPr/>
      </p:nvGrpSpPr>
      <p:grpSpPr>
        <a:xfrm>
          <a:off x="0" y="0"/>
          <a:ext cx="0" cy="0"/>
          <a:chOff x="0" y="0"/>
          <a:chExt cx="0" cy="0"/>
        </a:xfrm>
      </p:grpSpPr>
      <p:sp>
        <p:nvSpPr>
          <p:cNvPr id="10" name="PlaceHolder 1"/>
          <p:cNvSpPr>
            <a:spLocks noGrp="1"/>
          </p:cNvSpPr>
          <p:nvPr>
            <p:ph type="body"/>
          </p:nvPr>
        </p:nvSpPr>
        <p:spPr>
          <a:xfrm>
            <a:off x="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11" name="PlaceHolder 2"/>
          <p:cNvSpPr>
            <a:spLocks noGrp="1"/>
          </p:cNvSpPr>
          <p:nvPr>
            <p:ph type="title"/>
          </p:nvPr>
        </p:nvSpPr>
        <p:spPr>
          <a:xfrm>
            <a:off x="1248840" y="380880"/>
            <a:ext cx="5471280" cy="799560"/>
          </a:xfrm>
          <a:prstGeom prst="rect">
            <a:avLst/>
          </a:prstGeom>
          <a:noFill/>
          <a:ln w="0">
            <a:noFill/>
          </a:ln>
        </p:spPr>
        <p:txBody>
          <a:bodyPr lIns="91440" tIns="91440" rIns="91440" bIns="91440" anchor="ctr">
            <a:noAutofit/>
          </a:bodyPr>
          <a:lstStyle>
            <a:lvl1pPr indent="0" algn="l" defTabSz="914400">
              <a:lnSpc>
                <a:spcPct val="90000"/>
              </a:lnSpc>
              <a:buNone/>
              <a:tabLst>
                <a:tab pos="0" algn="l"/>
              </a:tabLst>
              <a:defRPr lang="fr-FR" sz="4000" b="0" u="none" strike="noStrike">
                <a:solidFill>
                  <a:schemeClr val="dk1"/>
                </a:solidFill>
                <a:effectLst/>
                <a:uFillTx/>
                <a:latin typeface="Arial"/>
              </a:defRPr>
            </a:lvl1pPr>
          </a:lstStyle>
          <a:p>
            <a:pPr indent="0" algn="l" defTabSz="914400">
              <a:lnSpc>
                <a:spcPct val="90000"/>
              </a:lnSpc>
              <a:buNone/>
              <a:tabLst>
                <a:tab pos="0" algn="l"/>
              </a:tabLst>
            </a:pPr>
            <a:r>
              <a:rPr lang="fr-FR" sz="4000" b="0" u="none" strike="noStrike">
                <a:solidFill>
                  <a:schemeClr val="dk1"/>
                </a:solidFill>
                <a:effectLst/>
                <a:uFillTx/>
                <a:latin typeface="Arial"/>
              </a:rPr>
              <a:t>Click to edit the title text format</a:t>
            </a:r>
            <a:endParaRPr lang="en-US" sz="4000" b="0" u="none" strike="noStrike">
              <a:solidFill>
                <a:schemeClr val="dk1"/>
              </a:solidFill>
              <a:effectLst/>
              <a:uFillTx/>
              <a:latin typeface="Arial"/>
            </a:endParaRPr>
          </a:p>
        </p:txBody>
      </p:sp>
      <p:sp>
        <p:nvSpPr>
          <p:cNvPr id="12" name="PlaceHolder 3"/>
          <p:cNvSpPr>
            <a:spLocks noGrp="1"/>
          </p:cNvSpPr>
          <p:nvPr>
            <p:ph type="title"/>
          </p:nvPr>
        </p:nvSpPr>
        <p:spPr>
          <a:xfrm>
            <a:off x="228600" y="421920"/>
            <a:ext cx="1019520" cy="71784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44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4400" b="1" u="none" strike="noStrike">
                <a:solidFill>
                  <a:schemeClr val="dk1"/>
                </a:solidFill>
                <a:effectLst/>
                <a:uFillTx/>
                <a:latin typeface="Sora"/>
                <a:ea typeface="Sora"/>
              </a:rPr>
              <a:t>xx%</a:t>
            </a:r>
            <a:endParaRPr lang="en-US" sz="44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rgbClr val="85D3F2"/>
        </a:solidFill>
        <a:effectLst/>
      </p:bgPr>
    </p:bg>
    <p:spTree>
      <p:nvGrpSpPr>
        <p:cNvPr id="1" name=""/>
        <p:cNvGrpSpPr/>
        <p:nvPr/>
      </p:nvGrpSpPr>
      <p:grpSpPr>
        <a:xfrm>
          <a:off x="0" y="0"/>
          <a:ext cx="0" cy="0"/>
          <a:chOff x="0" y="0"/>
          <a:chExt cx="0" cy="0"/>
        </a:xfrm>
      </p:grpSpPr>
      <p:pic>
        <p:nvPicPr>
          <p:cNvPr id="13" name="Google Shape;116;p21"/>
          <p:cNvPicPr/>
          <p:nvPr/>
        </p:nvPicPr>
        <p:blipFill>
          <a:blip r:embed="rId2"/>
          <a:srcRect t="5217" b="5202"/>
          <a:stretch/>
        </p:blipFill>
        <p:spPr>
          <a:xfrm>
            <a:off x="0" y="0"/>
            <a:ext cx="9143280" cy="5142600"/>
          </a:xfrm>
          <a:prstGeom prst="rect">
            <a:avLst/>
          </a:prstGeom>
          <a:noFill/>
          <a:ln w="0">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rgbClr val="85D3F2"/>
        </a:solidFill>
        <a:effectLst/>
      </p:bgPr>
    </p:bg>
    <p:spTree>
      <p:nvGrpSpPr>
        <p:cNvPr id="1" name=""/>
        <p:cNvGrpSpPr/>
        <p:nvPr/>
      </p:nvGrpSpPr>
      <p:grpSpPr>
        <a:xfrm>
          <a:off x="0" y="0"/>
          <a:ext cx="0" cy="0"/>
          <a:chOff x="0" y="0"/>
          <a:chExt cx="0" cy="0"/>
        </a:xfrm>
      </p:grpSpPr>
      <p:pic>
        <p:nvPicPr>
          <p:cNvPr id="14" name="Google Shape;118;p22"/>
          <p:cNvPicPr/>
          <p:nvPr/>
        </p:nvPicPr>
        <p:blipFill>
          <a:blip r:embed="rId2"/>
          <a:srcRect t="5217" b="5202"/>
          <a:stretch/>
        </p:blipFill>
        <p:spPr>
          <a:xfrm>
            <a:off x="0" y="0"/>
            <a:ext cx="9143280" cy="5142600"/>
          </a:xfrm>
          <a:prstGeom prst="rect">
            <a:avLst/>
          </a:prstGeom>
          <a:noFill/>
          <a:ln w="0">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rgbClr val="85D3F2"/>
        </a:solidFill>
        <a:effectLst/>
      </p:bgPr>
    </p:bg>
    <p:spTree>
      <p:nvGrpSpPr>
        <p:cNvPr id="1" name=""/>
        <p:cNvGrpSpPr/>
        <p:nvPr/>
      </p:nvGrpSpPr>
      <p:grpSpPr>
        <a:xfrm>
          <a:off x="0" y="0"/>
          <a:ext cx="0" cy="0"/>
          <a:chOff x="0" y="0"/>
          <a:chExt cx="0" cy="0"/>
        </a:xfrm>
      </p:grpSpPr>
      <p:pic>
        <p:nvPicPr>
          <p:cNvPr id="15" name="Google Shape;17;p4"/>
          <p:cNvPicPr/>
          <p:nvPr/>
        </p:nvPicPr>
        <p:blipFill>
          <a:blip r:embed="rId2"/>
          <a:stretch/>
        </p:blipFill>
        <p:spPr>
          <a:xfrm>
            <a:off x="0" y="0"/>
            <a:ext cx="9143280" cy="5142600"/>
          </a:xfrm>
          <a:prstGeom prst="rect">
            <a:avLst/>
          </a:prstGeom>
          <a:noFill/>
          <a:ln w="0">
            <a:noFill/>
          </a:ln>
        </p:spPr>
      </p:pic>
      <p:sp>
        <p:nvSpPr>
          <p:cNvPr id="16"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17" name="PlaceHolder 2"/>
          <p:cNvSpPr>
            <a:spLocks noGrp="1"/>
          </p:cNvSpPr>
          <p:nvPr>
            <p:ph type="body"/>
          </p:nvPr>
        </p:nvSpPr>
        <p:spPr>
          <a:xfrm>
            <a:off x="228600" y="3999600"/>
            <a:ext cx="2019960" cy="738360"/>
          </a:xfrm>
          <a:prstGeom prst="rect">
            <a:avLst/>
          </a:prstGeom>
          <a:noFill/>
          <a:ln w="0">
            <a:noFill/>
          </a:ln>
        </p:spPr>
        <p:txBody>
          <a:bodyPr lIns="91440" tIns="91440" rIns="91440" bIns="91440" anchor="t">
            <a:noAutofit/>
          </a:bodyPr>
          <a:lstStyle>
            <a:lvl1pPr algn="l" defTabSz="914400">
              <a:lnSpc>
                <a:spcPct val="90000"/>
              </a:lnSpc>
              <a:spcBef>
                <a:spcPts val="1417"/>
              </a:spcBef>
              <a:buClr>
                <a:srgbClr val="000000"/>
              </a:buClr>
              <a:buSzPct val="45000"/>
              <a:buFont typeface="Wingdings" charset="2"/>
              <a:buChar char=""/>
              <a:defRPr lang="fr-FR" sz="12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2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2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2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2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2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2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endParaRPr lang="en-US" sz="12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endParaRPr lang="en-US" sz="12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endParaRPr lang="en-US" sz="12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endParaRPr lang="en-US" sz="12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endParaRPr lang="en-US" sz="12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endParaRPr lang="en-US" sz="12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endParaRPr lang="en-US" sz="1200" b="0" u="none" strike="noStrike">
              <a:solidFill>
                <a:schemeClr val="dk1"/>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rgbClr val="85D3F2"/>
        </a:solidFill>
        <a:effectLst/>
      </p:bgPr>
    </p:bg>
    <p:spTree>
      <p:nvGrpSpPr>
        <p:cNvPr id="1" name=""/>
        <p:cNvGrpSpPr/>
        <p:nvPr/>
      </p:nvGrpSpPr>
      <p:grpSpPr>
        <a:xfrm>
          <a:off x="0" y="0"/>
          <a:ext cx="0" cy="0"/>
          <a:chOff x="0" y="0"/>
          <a:chExt cx="0" cy="0"/>
        </a:xfrm>
      </p:grpSpPr>
      <p:pic>
        <p:nvPicPr>
          <p:cNvPr id="18" name="Google Shape;21;p5"/>
          <p:cNvPicPr/>
          <p:nvPr/>
        </p:nvPicPr>
        <p:blipFill>
          <a:blip r:embed="rId2"/>
          <a:stretch/>
        </p:blipFill>
        <p:spPr>
          <a:xfrm>
            <a:off x="0" y="0"/>
            <a:ext cx="9143280" cy="5142600"/>
          </a:xfrm>
          <a:prstGeom prst="rect">
            <a:avLst/>
          </a:prstGeom>
          <a:noFill/>
          <a:ln w="0">
            <a:noFill/>
          </a:ln>
        </p:spPr>
      </p:pic>
      <p:sp>
        <p:nvSpPr>
          <p:cNvPr id="19"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20" name="PlaceHolder 2"/>
          <p:cNvSpPr>
            <a:spLocks noGrp="1"/>
          </p:cNvSpPr>
          <p:nvPr>
            <p:ph type="body"/>
          </p:nvPr>
        </p:nvSpPr>
        <p:spPr>
          <a:xfrm>
            <a:off x="5217480" y="228600"/>
            <a:ext cx="4230720" cy="46857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85D3F2"/>
        </a:solidFill>
        <a:effectLst/>
      </p:bgPr>
    </p:bg>
    <p:spTree>
      <p:nvGrpSpPr>
        <p:cNvPr id="1" name=""/>
        <p:cNvGrpSpPr/>
        <p:nvPr/>
      </p:nvGrpSpPr>
      <p:grpSpPr>
        <a:xfrm>
          <a:off x="0" y="0"/>
          <a:ext cx="0" cy="0"/>
          <a:chOff x="0" y="0"/>
          <a:chExt cx="0" cy="0"/>
        </a:xfrm>
      </p:grpSpPr>
      <p:pic>
        <p:nvPicPr>
          <p:cNvPr id="21" name="Google Shape;29;p6"/>
          <p:cNvPicPr/>
          <p:nvPr/>
        </p:nvPicPr>
        <p:blipFill>
          <a:blip r:embed="rId2"/>
          <a:stretch/>
        </p:blipFill>
        <p:spPr>
          <a:xfrm rot="10800000" flipH="1">
            <a:off x="0" y="0"/>
            <a:ext cx="9143280" cy="5142600"/>
          </a:xfrm>
          <a:prstGeom prst="rect">
            <a:avLst/>
          </a:prstGeom>
          <a:noFill/>
          <a:ln w="0">
            <a:noFill/>
          </a:ln>
        </p:spPr>
      </p:pic>
      <p:sp>
        <p:nvSpPr>
          <p:cNvPr id="22"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rgbClr val="85D3F2"/>
        </a:solidFill>
        <a:effectLst/>
      </p:bgPr>
    </p:bg>
    <p:spTree>
      <p:nvGrpSpPr>
        <p:cNvPr id="1" name=""/>
        <p:cNvGrpSpPr/>
        <p:nvPr/>
      </p:nvGrpSpPr>
      <p:grpSpPr>
        <a:xfrm>
          <a:off x="0" y="0"/>
          <a:ext cx="0" cy="0"/>
          <a:chOff x="0" y="0"/>
          <a:chExt cx="0" cy="0"/>
        </a:xfrm>
      </p:grpSpPr>
      <p:pic>
        <p:nvPicPr>
          <p:cNvPr id="23" name="Google Shape;32;p7"/>
          <p:cNvPicPr/>
          <p:nvPr/>
        </p:nvPicPr>
        <p:blipFill>
          <a:blip r:embed="rId2"/>
          <a:stretch/>
        </p:blipFill>
        <p:spPr>
          <a:xfrm>
            <a:off x="0" y="0"/>
            <a:ext cx="9143280" cy="5142600"/>
          </a:xfrm>
          <a:prstGeom prst="rect">
            <a:avLst/>
          </a:prstGeom>
          <a:noFill/>
          <a:ln w="0">
            <a:noFill/>
          </a:ln>
        </p:spPr>
      </p:pic>
      <p:sp>
        <p:nvSpPr>
          <p:cNvPr id="24" name="PlaceHolder 1"/>
          <p:cNvSpPr>
            <a:spLocks noGrp="1"/>
          </p:cNvSpPr>
          <p:nvPr>
            <p:ph type="title"/>
          </p:nvPr>
        </p:nvSpPr>
        <p:spPr>
          <a:xfrm>
            <a:off x="228600" y="228600"/>
            <a:ext cx="3997800" cy="1445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25" name="PlaceHolder 2"/>
          <p:cNvSpPr>
            <a:spLocks noGrp="1"/>
          </p:cNvSpPr>
          <p:nvPr>
            <p:ph type="body"/>
          </p:nvPr>
        </p:nvSpPr>
        <p:spPr>
          <a:xfrm>
            <a:off x="1609560" y="2066040"/>
            <a:ext cx="3823560" cy="2531880"/>
          </a:xfrm>
          <a:prstGeom prst="rect">
            <a:avLst/>
          </a:prstGeom>
          <a:noFill/>
          <a:ln w="0">
            <a:noFill/>
          </a:ln>
        </p:spPr>
        <p:txBody>
          <a:bodyPr lIns="91440" tIns="91440" rIns="91440" bIns="91440" anchor="t">
            <a:noAutofit/>
          </a:bodyPr>
          <a:lstStyle>
            <a:lvl1pPr algn="l" defTabSz="914400">
              <a:lnSpc>
                <a:spcPct val="9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endParaRPr lang="en-US" sz="1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endParaRPr lang="en-US" sz="1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endParaRPr lang="en-US" sz="1400" b="0" u="none" strike="noStrike">
              <a:solidFill>
                <a:schemeClr val="dk1"/>
              </a:solidFill>
              <a:effectLst/>
              <a:uFillTx/>
              <a:latin typeface="Arial"/>
            </a:endParaRPr>
          </a:p>
        </p:txBody>
      </p:sp>
      <p:sp>
        <p:nvSpPr>
          <p:cNvPr id="26" name="PlaceHolder 3"/>
          <p:cNvSpPr>
            <a:spLocks noGrp="1"/>
          </p:cNvSpPr>
          <p:nvPr>
            <p:ph type="body"/>
          </p:nvPr>
        </p:nvSpPr>
        <p:spPr>
          <a:xfrm>
            <a:off x="5715720" y="0"/>
            <a:ext cx="3427560" cy="5142960"/>
          </a:xfrm>
          <a:prstGeom prst="rect">
            <a:avLst/>
          </a:prstGeom>
          <a:noFill/>
          <a:ln w="0">
            <a:noFill/>
          </a:ln>
        </p:spPr>
        <p:txBody>
          <a:bodyPr lIns="90000" tIns="45000" rIns="90000" bIns="45000" anchor="t">
            <a:normAutofit fontScale="85000" lnSpcReduction="9999"/>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rgbClr val="85D3F2"/>
        </a:solidFill>
        <a:effectLst/>
      </p:bgPr>
    </p:bg>
    <p:spTree>
      <p:nvGrpSpPr>
        <p:cNvPr id="1" name=""/>
        <p:cNvGrpSpPr/>
        <p:nvPr/>
      </p:nvGrpSpPr>
      <p:grpSpPr>
        <a:xfrm>
          <a:off x="0" y="0"/>
          <a:ext cx="0" cy="0"/>
          <a:chOff x="0" y="0"/>
          <a:chExt cx="0" cy="0"/>
        </a:xfrm>
      </p:grpSpPr>
      <p:pic>
        <p:nvPicPr>
          <p:cNvPr id="27" name="Google Shape;37;p8"/>
          <p:cNvPicPr/>
          <p:nvPr/>
        </p:nvPicPr>
        <p:blipFill>
          <a:blip r:embed="rId2"/>
          <a:stretch/>
        </p:blipFill>
        <p:spPr>
          <a:xfrm rot="10800000" flipH="1">
            <a:off x="0" y="0"/>
            <a:ext cx="9143280" cy="5142600"/>
          </a:xfrm>
          <a:prstGeom prst="rect">
            <a:avLst/>
          </a:prstGeom>
          <a:noFill/>
          <a:ln w="0">
            <a:noFill/>
          </a:ln>
        </p:spPr>
      </p:pic>
      <p:sp>
        <p:nvSpPr>
          <p:cNvPr id="28" name="PlaceHolder 1"/>
          <p:cNvSpPr>
            <a:spLocks noGrp="1"/>
          </p:cNvSpPr>
          <p:nvPr>
            <p:ph type="title"/>
          </p:nvPr>
        </p:nvSpPr>
        <p:spPr>
          <a:xfrm>
            <a:off x="1388160" y="1307160"/>
            <a:ext cx="6366960" cy="2528640"/>
          </a:xfrm>
          <a:prstGeom prst="rect">
            <a:avLst/>
          </a:prstGeom>
          <a:noFill/>
          <a:ln w="0">
            <a:noFill/>
          </a:ln>
        </p:spPr>
        <p:txBody>
          <a:bodyPr lIns="91440" tIns="91440" rIns="91440" bIns="91440" anchor="ctr">
            <a:noAutofit/>
          </a:bodyPr>
          <a:lstStyle>
            <a:lvl1pPr indent="0" algn="l" defTabSz="914400">
              <a:lnSpc>
                <a:spcPct val="90000"/>
              </a:lnSpc>
              <a:buNone/>
              <a:tabLst>
                <a:tab pos="0" algn="l"/>
              </a:tabLst>
              <a:defRPr lang="fr-FR" sz="6000" b="0" u="none" strike="noStrike">
                <a:solidFill>
                  <a:schemeClr val="dk1"/>
                </a:solidFill>
                <a:effectLst/>
                <a:uFillTx/>
                <a:latin typeface="Arial"/>
              </a:defRPr>
            </a:lvl1pPr>
          </a:lstStyle>
          <a:p>
            <a:pPr indent="0" algn="l" defTabSz="914400">
              <a:lnSpc>
                <a:spcPct val="90000"/>
              </a:lnSpc>
              <a:buNone/>
              <a:tabLst>
                <a:tab pos="0" algn="l"/>
              </a:tabLst>
            </a:pPr>
            <a:r>
              <a:rPr lang="fr-FR" sz="6000" b="0" u="none" strike="noStrike">
                <a:solidFill>
                  <a:schemeClr val="dk1"/>
                </a:solidFill>
                <a:effectLst/>
                <a:uFillTx/>
                <a:latin typeface="Arial"/>
              </a:rPr>
              <a:t>Click to edit the title text format</a:t>
            </a:r>
            <a:endParaRPr lang="en-US" sz="6000" b="0" u="none" strike="noStrike">
              <a:solidFill>
                <a:schemeClr val="dk1"/>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rgbClr val="85D3F2"/>
        </a:solidFill>
        <a:effectLst/>
      </p:bgPr>
    </p:bg>
    <p:spTree>
      <p:nvGrpSpPr>
        <p:cNvPr id="1" name=""/>
        <p:cNvGrpSpPr/>
        <p:nvPr/>
      </p:nvGrpSpPr>
      <p:grpSpPr>
        <a:xfrm>
          <a:off x="0" y="0"/>
          <a:ext cx="0" cy="0"/>
          <a:chOff x="0" y="0"/>
          <a:chExt cx="0" cy="0"/>
        </a:xfrm>
      </p:grpSpPr>
      <p:pic>
        <p:nvPicPr>
          <p:cNvPr id="29" name="Google Shape;48;p11"/>
          <p:cNvPicPr/>
          <p:nvPr/>
        </p:nvPicPr>
        <p:blipFill>
          <a:blip r:embed="rId2"/>
          <a:stretch/>
        </p:blipFill>
        <p:spPr>
          <a:xfrm>
            <a:off x="0" y="0"/>
            <a:ext cx="9143280" cy="5142600"/>
          </a:xfrm>
          <a:prstGeom prst="rect">
            <a:avLst/>
          </a:prstGeom>
          <a:noFill/>
          <a:ln w="0">
            <a:noFill/>
          </a:ln>
        </p:spPr>
      </p:pic>
      <p:sp>
        <p:nvSpPr>
          <p:cNvPr id="30" name="PlaceHolder 1"/>
          <p:cNvSpPr>
            <a:spLocks noGrp="1"/>
          </p:cNvSpPr>
          <p:nvPr>
            <p:ph type="title"/>
          </p:nvPr>
        </p:nvSpPr>
        <p:spPr>
          <a:xfrm>
            <a:off x="1284120" y="1953000"/>
            <a:ext cx="6575400" cy="798840"/>
          </a:xfrm>
          <a:prstGeom prst="rect">
            <a:avLst/>
          </a:prstGeom>
          <a:noFill/>
          <a:ln w="0">
            <a:noFill/>
          </a:ln>
        </p:spPr>
        <p:txBody>
          <a:bodyPr lIns="91440" tIns="91440" rIns="91440" bIns="91440" anchor="b">
            <a:noAutofit/>
          </a:bodyPr>
          <a:lstStyle>
            <a:lvl1pPr indent="0" algn="ctr" defTabSz="914400">
              <a:lnSpc>
                <a:spcPct val="100000"/>
              </a:lnSpc>
              <a:buNone/>
              <a:tabLst>
                <a:tab pos="0" algn="l"/>
              </a:tabLst>
              <a:defRPr lang="fr-FR" sz="6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6000" b="1" u="none" strike="noStrike">
                <a:solidFill>
                  <a:schemeClr val="dk1"/>
                </a:solidFill>
                <a:effectLst/>
                <a:uFillTx/>
                <a:latin typeface="Sora"/>
                <a:ea typeface="Sora"/>
              </a:rPr>
              <a:t>xx%</a:t>
            </a:r>
            <a:endParaRPr lang="en-US" sz="6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rgbClr val="85D3F2"/>
        </a:solidFill>
        <a:effectLst/>
      </p:bgPr>
    </p:bg>
    <p:spTree>
      <p:nvGrpSpPr>
        <p:cNvPr id="1" name=""/>
        <p:cNvGrpSpPr/>
        <p:nvPr/>
      </p:nvGrpSpPr>
      <p:grpSpPr>
        <a:xfrm>
          <a:off x="0" y="0"/>
          <a:ext cx="0" cy="0"/>
          <a:chOff x="0" y="0"/>
          <a:chExt cx="0" cy="0"/>
        </a:xfrm>
      </p:grpSpPr>
      <p:pic>
        <p:nvPicPr>
          <p:cNvPr id="31" name="Google Shape;40;p9"/>
          <p:cNvPicPr/>
          <p:nvPr/>
        </p:nvPicPr>
        <p:blipFill>
          <a:blip r:embed="rId2"/>
          <a:stretch/>
        </p:blipFill>
        <p:spPr>
          <a:xfrm flipH="1">
            <a:off x="720" y="0"/>
            <a:ext cx="9143280" cy="5142600"/>
          </a:xfrm>
          <a:prstGeom prst="rect">
            <a:avLst/>
          </a:prstGeom>
          <a:noFill/>
          <a:ln w="0">
            <a:noFill/>
          </a:ln>
        </p:spPr>
      </p:pic>
      <p:sp>
        <p:nvSpPr>
          <p:cNvPr id="32" name="PlaceHolder 1"/>
          <p:cNvSpPr>
            <a:spLocks noGrp="1"/>
          </p:cNvSpPr>
          <p:nvPr>
            <p:ph type="title"/>
          </p:nvPr>
        </p:nvSpPr>
        <p:spPr>
          <a:xfrm>
            <a:off x="720000" y="444960"/>
            <a:ext cx="77032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rgbClr val="85D3F2"/>
        </a:solidFill>
        <a:effectLst/>
      </p:bgPr>
    </p:bg>
    <p:spTree>
      <p:nvGrpSpPr>
        <p:cNvPr id="1" name=""/>
        <p:cNvGrpSpPr/>
        <p:nvPr/>
      </p:nvGrpSpPr>
      <p:grpSpPr>
        <a:xfrm>
          <a:off x="0" y="0"/>
          <a:ext cx="0" cy="0"/>
          <a:chOff x="0" y="0"/>
          <a:chExt cx="0" cy="0"/>
        </a:xfrm>
      </p:grpSpPr>
      <p:sp>
        <p:nvSpPr>
          <p:cNvPr id="33" name="PlaceHolder 1"/>
          <p:cNvSpPr>
            <a:spLocks noGrp="1"/>
          </p:cNvSpPr>
          <p:nvPr>
            <p:ph type="body"/>
          </p:nvPr>
        </p:nvSpPr>
        <p:spPr>
          <a:xfrm>
            <a:off x="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34" name="PlaceHolder 2"/>
          <p:cNvSpPr>
            <a:spLocks noGrp="1"/>
          </p:cNvSpPr>
          <p:nvPr>
            <p:ph type="title"/>
          </p:nvPr>
        </p:nvSpPr>
        <p:spPr>
          <a:xfrm>
            <a:off x="228600" y="228600"/>
            <a:ext cx="2669040" cy="338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1000" b="0" u="none" strike="noStrike">
                <a:solidFill>
                  <a:schemeClr val="dk1"/>
                </a:solidFill>
                <a:effectLst/>
                <a:uFillTx/>
                <a:latin typeface="Arial"/>
              </a:defRPr>
            </a:lvl1pPr>
          </a:lstStyle>
          <a:p>
            <a:pPr indent="0" algn="l" defTabSz="914400">
              <a:lnSpc>
                <a:spcPct val="90000"/>
              </a:lnSpc>
              <a:buNone/>
              <a:tabLst>
                <a:tab pos="0" algn="l"/>
              </a:tabLst>
            </a:pPr>
            <a:r>
              <a:rPr lang="fr-FR" sz="1000" b="0" u="none" strike="noStrike">
                <a:solidFill>
                  <a:schemeClr val="dk1"/>
                </a:solidFill>
                <a:effectLst/>
                <a:uFillTx/>
                <a:latin typeface="Arial"/>
              </a:rPr>
              <a:t>Click to edit the title text format</a:t>
            </a:r>
            <a:endParaRPr lang="en-US" sz="1000" b="0" u="none" strike="noStrike">
              <a:solidFill>
                <a:schemeClr val="dk1"/>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85D3F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rgbClr val="85D3F2"/>
        </a:solidFill>
        <a:effectLst/>
      </p:bgPr>
    </p:bg>
    <p:spTree>
      <p:nvGrpSpPr>
        <p:cNvPr id="1" name=""/>
        <p:cNvGrpSpPr/>
        <p:nvPr/>
      </p:nvGrpSpPr>
      <p:grpSpPr>
        <a:xfrm>
          <a:off x="0" y="0"/>
          <a:ext cx="0" cy="0"/>
          <a:chOff x="0" y="0"/>
          <a:chExt cx="0" cy="0"/>
        </a:xfrm>
      </p:grpSpPr>
      <p:pic>
        <p:nvPicPr>
          <p:cNvPr id="35" name="Google Shape;53;p13"/>
          <p:cNvPicPr/>
          <p:nvPr/>
        </p:nvPicPr>
        <p:blipFill>
          <a:blip r:embed="rId2"/>
          <a:stretch/>
        </p:blipFill>
        <p:spPr>
          <a:xfrm flipH="1">
            <a:off x="720" y="0"/>
            <a:ext cx="9143280" cy="5142600"/>
          </a:xfrm>
          <a:prstGeom prst="rect">
            <a:avLst/>
          </a:prstGeom>
          <a:noFill/>
          <a:ln w="0">
            <a:noFill/>
          </a:ln>
        </p:spPr>
      </p:pic>
      <p:sp>
        <p:nvSpPr>
          <p:cNvPr id="36" name="PlaceHolder 1"/>
          <p:cNvSpPr>
            <a:spLocks noGrp="1"/>
          </p:cNvSpPr>
          <p:nvPr>
            <p:ph type="title"/>
          </p:nvPr>
        </p:nvSpPr>
        <p:spPr>
          <a:xfrm>
            <a:off x="4851360" y="228600"/>
            <a:ext cx="4143600" cy="98460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37" name="PlaceHolder 2"/>
          <p:cNvSpPr>
            <a:spLocks noGrp="1"/>
          </p:cNvSpPr>
          <p:nvPr>
            <p:ph type="title"/>
          </p:nvPr>
        </p:nvSpPr>
        <p:spPr>
          <a:xfrm>
            <a:off x="4683960" y="191412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38" name="PlaceHolder 3"/>
          <p:cNvSpPr>
            <a:spLocks noGrp="1"/>
          </p:cNvSpPr>
          <p:nvPr>
            <p:ph type="title"/>
          </p:nvPr>
        </p:nvSpPr>
        <p:spPr>
          <a:xfrm>
            <a:off x="4683960" y="254016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39" name="PlaceHolder 4"/>
          <p:cNvSpPr>
            <a:spLocks noGrp="1"/>
          </p:cNvSpPr>
          <p:nvPr>
            <p:ph type="title"/>
          </p:nvPr>
        </p:nvSpPr>
        <p:spPr>
          <a:xfrm>
            <a:off x="4683960" y="316620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0" name="PlaceHolder 5"/>
          <p:cNvSpPr>
            <a:spLocks noGrp="1"/>
          </p:cNvSpPr>
          <p:nvPr>
            <p:ph type="title"/>
          </p:nvPr>
        </p:nvSpPr>
        <p:spPr>
          <a:xfrm>
            <a:off x="4683960" y="1290240"/>
            <a:ext cx="848880" cy="4179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1" name="PlaceHolder 6"/>
          <p:cNvSpPr>
            <a:spLocks noGrp="1"/>
          </p:cNvSpPr>
          <p:nvPr>
            <p:ph type="title"/>
          </p:nvPr>
        </p:nvSpPr>
        <p:spPr>
          <a:xfrm>
            <a:off x="4683960" y="379224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2" name="PlaceHolder 7"/>
          <p:cNvSpPr>
            <a:spLocks noGrp="1"/>
          </p:cNvSpPr>
          <p:nvPr>
            <p:ph type="title"/>
          </p:nvPr>
        </p:nvSpPr>
        <p:spPr>
          <a:xfrm>
            <a:off x="4683960" y="441828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3" name="PlaceHolder 8"/>
          <p:cNvSpPr>
            <a:spLocks noGrp="1"/>
          </p:cNvSpPr>
          <p:nvPr>
            <p:ph type="body"/>
          </p:nvPr>
        </p:nvSpPr>
        <p:spPr>
          <a:xfrm>
            <a:off x="-304920" y="228600"/>
            <a:ext cx="4230720" cy="46857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85D3F2"/>
        </a:solidFill>
        <a:effectLst/>
      </p:bgPr>
    </p:bg>
    <p:spTree>
      <p:nvGrpSpPr>
        <p:cNvPr id="1" name=""/>
        <p:cNvGrpSpPr/>
        <p:nvPr/>
      </p:nvGrpSpPr>
      <p:grpSpPr>
        <a:xfrm>
          <a:off x="0" y="0"/>
          <a:ext cx="0" cy="0"/>
          <a:chOff x="0" y="0"/>
          <a:chExt cx="0" cy="0"/>
        </a:xfrm>
      </p:grpSpPr>
      <p:pic>
        <p:nvPicPr>
          <p:cNvPr id="44" name="Google Shape;69;p14"/>
          <p:cNvPicPr/>
          <p:nvPr/>
        </p:nvPicPr>
        <p:blipFill>
          <a:blip r:embed="rId2"/>
          <a:stretch/>
        </p:blipFill>
        <p:spPr>
          <a:xfrm rot="10800000" flipH="1">
            <a:off x="0" y="0"/>
            <a:ext cx="9143280" cy="5142600"/>
          </a:xfrm>
          <a:prstGeom prst="rect">
            <a:avLst/>
          </a:prstGeom>
          <a:noFill/>
          <a:ln w="0">
            <a:noFill/>
          </a:ln>
        </p:spPr>
      </p:pic>
      <p:sp>
        <p:nvSpPr>
          <p:cNvPr id="45" name="PlaceHolder 1"/>
          <p:cNvSpPr>
            <a:spLocks noGrp="1"/>
          </p:cNvSpPr>
          <p:nvPr>
            <p:ph type="title"/>
          </p:nvPr>
        </p:nvSpPr>
        <p:spPr>
          <a:xfrm>
            <a:off x="228600" y="228600"/>
            <a:ext cx="8474760" cy="131076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3000" b="0" u="none" strike="noStrike">
                <a:solidFill>
                  <a:schemeClr val="dk1"/>
                </a:solidFill>
                <a:effectLst/>
                <a:uFillTx/>
                <a:latin typeface="Arial"/>
              </a:defRPr>
            </a:lvl1pPr>
          </a:lstStyle>
          <a:p>
            <a:pPr indent="0" algn="l" defTabSz="914400">
              <a:lnSpc>
                <a:spcPct val="90000"/>
              </a:lnSpc>
              <a:buNone/>
              <a:tabLst>
                <a:tab pos="0" algn="l"/>
              </a:tabLst>
            </a:pPr>
            <a:r>
              <a:rPr lang="fr-FR" sz="3000" b="0" u="none" strike="noStrike">
                <a:solidFill>
                  <a:schemeClr val="dk1"/>
                </a:solidFill>
                <a:effectLst/>
                <a:uFillTx/>
                <a:latin typeface="Arial"/>
              </a:rPr>
              <a:t>Click to edit the title text format</a:t>
            </a:r>
            <a:endParaRPr lang="en-US" sz="3000" b="0" u="none" strike="noStrike">
              <a:solidFill>
                <a:schemeClr val="dk1"/>
              </a:solidFill>
              <a:effectLst/>
              <a:uFillTx/>
              <a:latin typeface="Arial"/>
            </a:endParaRPr>
          </a:p>
        </p:txBody>
      </p:sp>
      <p:sp>
        <p:nvSpPr>
          <p:cNvPr id="4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endParaRPr lang="en-US" sz="20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endParaRPr lang="en-US" sz="20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endParaRPr lang="en-US" sz="2000" b="0" u="none" strike="noStrike">
              <a:solidFill>
                <a:schemeClr val="dk1"/>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rgbClr val="85D3F2"/>
        </a:solidFill>
        <a:effectLst/>
      </p:bgPr>
    </p:bg>
    <p:spTree>
      <p:nvGrpSpPr>
        <p:cNvPr id="1" name=""/>
        <p:cNvGrpSpPr/>
        <p:nvPr/>
      </p:nvGrpSpPr>
      <p:grpSpPr>
        <a:xfrm>
          <a:off x="0" y="0"/>
          <a:ext cx="0" cy="0"/>
          <a:chOff x="0" y="0"/>
          <a:chExt cx="0" cy="0"/>
        </a:xfrm>
      </p:grpSpPr>
      <p:pic>
        <p:nvPicPr>
          <p:cNvPr id="47" name="Google Shape;73;p15"/>
          <p:cNvPicPr/>
          <p:nvPr/>
        </p:nvPicPr>
        <p:blipFill>
          <a:blip r:embed="rId2"/>
          <a:stretch/>
        </p:blipFill>
        <p:spPr>
          <a:xfrm rot="10800000">
            <a:off x="720" y="0"/>
            <a:ext cx="9143280" cy="5142600"/>
          </a:xfrm>
          <a:prstGeom prst="rect">
            <a:avLst/>
          </a:prstGeom>
          <a:noFill/>
          <a:ln w="0">
            <a:noFill/>
          </a:ln>
        </p:spPr>
      </p:pic>
      <p:sp>
        <p:nvSpPr>
          <p:cNvPr id="48" name="PlaceHolder 1"/>
          <p:cNvSpPr>
            <a:spLocks noGrp="1"/>
          </p:cNvSpPr>
          <p:nvPr>
            <p:ph type="title"/>
          </p:nvPr>
        </p:nvSpPr>
        <p:spPr>
          <a:xfrm>
            <a:off x="228600" y="228600"/>
            <a:ext cx="4835160" cy="174096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49" name="PlaceHolder 2"/>
          <p:cNvSpPr>
            <a:spLocks noGrp="1"/>
          </p:cNvSpPr>
          <p:nvPr>
            <p:ph type="body"/>
          </p:nvPr>
        </p:nvSpPr>
        <p:spPr>
          <a:xfrm>
            <a:off x="228600" y="1969920"/>
            <a:ext cx="4835160" cy="2441880"/>
          </a:xfrm>
          <a:prstGeom prst="rect">
            <a:avLst/>
          </a:prstGeom>
          <a:noFill/>
          <a:ln w="0">
            <a:noFill/>
          </a:ln>
        </p:spPr>
        <p:txBody>
          <a:bodyPr lIns="91440" tIns="91440" rIns="91440" bIns="91440" anchor="b">
            <a:noAutofit/>
          </a:bodyPr>
          <a:lstStyle>
            <a:lvl1pPr algn="l" defTabSz="914400">
              <a:lnSpc>
                <a:spcPct val="9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endParaRPr lang="en-US" sz="1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endParaRPr lang="en-US" sz="1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endParaRPr lang="en-US" sz="1400" b="0" u="none" strike="noStrike">
              <a:solidFill>
                <a:schemeClr val="dk1"/>
              </a:solidFill>
              <a:effectLst/>
              <a:uFillTx/>
              <a:latin typeface="Arial"/>
            </a:endParaRPr>
          </a:p>
        </p:txBody>
      </p:sp>
      <p:sp>
        <p:nvSpPr>
          <p:cNvPr id="50" name="PlaceHolder 3"/>
          <p:cNvSpPr>
            <a:spLocks noGrp="1"/>
          </p:cNvSpPr>
          <p:nvPr>
            <p:ph type="body"/>
          </p:nvPr>
        </p:nvSpPr>
        <p:spPr>
          <a:xfrm>
            <a:off x="5217480" y="228600"/>
            <a:ext cx="3926160" cy="46857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rgbClr val="85D3F2"/>
        </a:solidFill>
        <a:effectLst/>
      </p:bgPr>
    </p:bg>
    <p:spTree>
      <p:nvGrpSpPr>
        <p:cNvPr id="1" name=""/>
        <p:cNvGrpSpPr/>
        <p:nvPr/>
      </p:nvGrpSpPr>
      <p:grpSpPr>
        <a:xfrm>
          <a:off x="0" y="0"/>
          <a:ext cx="0" cy="0"/>
          <a:chOff x="0" y="0"/>
          <a:chExt cx="0" cy="0"/>
        </a:xfrm>
      </p:grpSpPr>
      <p:pic>
        <p:nvPicPr>
          <p:cNvPr id="51" name="Google Shape;78;p16"/>
          <p:cNvPicPr/>
          <p:nvPr/>
        </p:nvPicPr>
        <p:blipFill>
          <a:blip r:embed="rId2"/>
          <a:stretch/>
        </p:blipFill>
        <p:spPr>
          <a:xfrm>
            <a:off x="0" y="0"/>
            <a:ext cx="9143280" cy="5142600"/>
          </a:xfrm>
          <a:prstGeom prst="rect">
            <a:avLst/>
          </a:prstGeom>
          <a:noFill/>
          <a:ln w="0">
            <a:noFill/>
          </a:ln>
        </p:spPr>
      </p:pic>
      <p:sp>
        <p:nvSpPr>
          <p:cNvPr id="52"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rgbClr val="85D3F2"/>
        </a:solidFill>
        <a:effectLst/>
      </p:bgPr>
    </p:bg>
    <p:spTree>
      <p:nvGrpSpPr>
        <p:cNvPr id="1" name=""/>
        <p:cNvGrpSpPr/>
        <p:nvPr/>
      </p:nvGrpSpPr>
      <p:grpSpPr>
        <a:xfrm>
          <a:off x="0" y="0"/>
          <a:ext cx="0" cy="0"/>
          <a:chOff x="0" y="0"/>
          <a:chExt cx="0" cy="0"/>
        </a:xfrm>
      </p:grpSpPr>
      <p:pic>
        <p:nvPicPr>
          <p:cNvPr id="53" name="Google Shape;81;p17"/>
          <p:cNvPicPr/>
          <p:nvPr/>
        </p:nvPicPr>
        <p:blipFill>
          <a:blip r:embed="rId2"/>
          <a:stretch/>
        </p:blipFill>
        <p:spPr>
          <a:xfrm flipH="1">
            <a:off x="720" y="0"/>
            <a:ext cx="9143280" cy="5142600"/>
          </a:xfrm>
          <a:prstGeom prst="rect">
            <a:avLst/>
          </a:prstGeom>
          <a:noFill/>
          <a:ln w="0">
            <a:noFill/>
          </a:ln>
        </p:spPr>
      </p:pic>
      <p:sp>
        <p:nvSpPr>
          <p:cNvPr id="54" name="PlaceHolder 1"/>
          <p:cNvSpPr>
            <a:spLocks noGrp="1"/>
          </p:cNvSpPr>
          <p:nvPr>
            <p:ph type="title"/>
          </p:nvPr>
        </p:nvSpPr>
        <p:spPr>
          <a:xfrm>
            <a:off x="3301200" y="1910880"/>
            <a:ext cx="678240" cy="491760"/>
          </a:xfrm>
          <a:prstGeom prst="rect">
            <a:avLst/>
          </a:prstGeom>
          <a:noFill/>
          <a:ln w="0">
            <a:noFill/>
          </a:ln>
        </p:spPr>
        <p:txBody>
          <a:bodyPr lIns="91440" tIns="91440" rIns="91440" bIns="91440" anchor="ctr">
            <a:noAutofit/>
          </a:bodyPr>
          <a:lstStyle>
            <a:lvl1pPr indent="0" algn="l"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55" name="PlaceHolder 2"/>
          <p:cNvSpPr>
            <a:spLocks noGrp="1"/>
          </p:cNvSpPr>
          <p:nvPr>
            <p:ph type="title"/>
          </p:nvPr>
        </p:nvSpPr>
        <p:spPr>
          <a:xfrm>
            <a:off x="228600" y="1911240"/>
            <a:ext cx="677160" cy="491760"/>
          </a:xfrm>
          <a:prstGeom prst="rect">
            <a:avLst/>
          </a:prstGeom>
          <a:noFill/>
          <a:ln w="0">
            <a:noFill/>
          </a:ln>
        </p:spPr>
        <p:txBody>
          <a:bodyPr lIns="91440" tIns="91440" rIns="91440" bIns="91440" anchor="ctr">
            <a:noAutofit/>
          </a:bodyPr>
          <a:lstStyle>
            <a:lvl1pPr indent="0" algn="l"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56" name="PlaceHolder 3"/>
          <p:cNvSpPr>
            <a:spLocks noGrp="1"/>
          </p:cNvSpPr>
          <p:nvPr>
            <p:ph type="title"/>
          </p:nvPr>
        </p:nvSpPr>
        <p:spPr>
          <a:xfrm>
            <a:off x="6375240" y="1911240"/>
            <a:ext cx="678240" cy="491760"/>
          </a:xfrm>
          <a:prstGeom prst="rect">
            <a:avLst/>
          </a:prstGeom>
          <a:noFill/>
          <a:ln w="0">
            <a:noFill/>
          </a:ln>
        </p:spPr>
        <p:txBody>
          <a:bodyPr lIns="91440" tIns="91440" rIns="91440" bIns="91440" anchor="ctr">
            <a:noAutofit/>
          </a:bodyPr>
          <a:lstStyle>
            <a:lvl1pPr indent="0" algn="l"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57" name="PlaceHolder 4"/>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rgbClr val="85D3F2"/>
        </a:solidFill>
        <a:effectLst/>
      </p:bgPr>
    </p:bg>
    <p:spTree>
      <p:nvGrpSpPr>
        <p:cNvPr id="1" name=""/>
        <p:cNvGrpSpPr/>
        <p:nvPr/>
      </p:nvGrpSpPr>
      <p:grpSpPr>
        <a:xfrm>
          <a:off x="0" y="0"/>
          <a:ext cx="0" cy="0"/>
          <a:chOff x="0" y="0"/>
          <a:chExt cx="0" cy="0"/>
        </a:xfrm>
      </p:grpSpPr>
      <p:pic>
        <p:nvPicPr>
          <p:cNvPr id="58" name="Google Shape;90;p18"/>
          <p:cNvPicPr/>
          <p:nvPr/>
        </p:nvPicPr>
        <p:blipFill>
          <a:blip r:embed="rId2"/>
          <a:stretch/>
        </p:blipFill>
        <p:spPr>
          <a:xfrm rot="10800000">
            <a:off x="720" y="0"/>
            <a:ext cx="9143280" cy="5142600"/>
          </a:xfrm>
          <a:prstGeom prst="rect">
            <a:avLst/>
          </a:prstGeom>
          <a:noFill/>
          <a:ln w="0">
            <a:noFill/>
          </a:ln>
        </p:spPr>
      </p:pic>
      <p:sp>
        <p:nvSpPr>
          <p:cNvPr id="59"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0" name="Google Shape;124;p25"/>
          <p:cNvSpPr/>
          <p:nvPr/>
        </p:nvSpPr>
        <p:spPr>
          <a:xfrm>
            <a:off x="0" y="-10440"/>
            <a:ext cx="9143280" cy="11800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endParaRPr lang="en-US" sz="1800" b="0" u="none" strike="noStrike" dirty="0">
              <a:solidFill>
                <a:srgbClr val="000000"/>
              </a:solidFill>
              <a:effectLst/>
              <a:uFillTx/>
              <a:latin typeface="OpenSymbol"/>
            </a:endParaRPr>
          </a:p>
        </p:txBody>
      </p:sp>
      <p:sp>
        <p:nvSpPr>
          <p:cNvPr id="61" name="PlaceHolder 1"/>
          <p:cNvSpPr>
            <a:spLocks noGrp="1"/>
          </p:cNvSpPr>
          <p:nvPr>
            <p:ph type="title"/>
          </p:nvPr>
        </p:nvSpPr>
        <p:spPr>
          <a:xfrm>
            <a:off x="713160" y="539640"/>
            <a:ext cx="7716960" cy="48168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200" b="0" u="none" strike="noStrike">
                <a:solidFill>
                  <a:schemeClr val="dk1"/>
                </a:solidFill>
                <a:effectLst/>
                <a:uFillTx/>
                <a:latin typeface="Arial"/>
              </a:defRPr>
            </a:lvl1pPr>
          </a:lstStyle>
          <a:p>
            <a:pPr indent="0" algn="l" defTabSz="914400">
              <a:lnSpc>
                <a:spcPct val="90000"/>
              </a:lnSpc>
              <a:buNone/>
              <a:tabLst>
                <a:tab pos="0" algn="l"/>
              </a:tabLst>
            </a:pPr>
            <a:r>
              <a:rPr lang="fr-FR" sz="2200" b="0" u="none" strike="noStrike">
                <a:solidFill>
                  <a:schemeClr val="dk1"/>
                </a:solidFill>
                <a:effectLst/>
                <a:uFillTx/>
                <a:latin typeface="Arial"/>
              </a:rPr>
              <a:t>Click to edit the title text format</a:t>
            </a:r>
            <a:endParaRPr lang="en-US" sz="2200" b="0" u="none" strike="noStrike">
              <a:solidFill>
                <a:schemeClr val="dk1"/>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2" name="Google Shape;127;p26"/>
          <p:cNvSpPr/>
          <p:nvPr/>
        </p:nvSpPr>
        <p:spPr>
          <a:xfrm>
            <a:off x="0" y="-10440"/>
            <a:ext cx="9143280" cy="11800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endParaRPr lang="en-US" sz="1800" b="0" u="none" strike="noStrike" dirty="0">
              <a:solidFill>
                <a:srgbClr val="000000"/>
              </a:solidFill>
              <a:effectLst/>
              <a:uFillTx/>
              <a:latin typeface="OpenSymbol"/>
            </a:endParaRPr>
          </a:p>
        </p:txBody>
      </p:sp>
      <p:sp>
        <p:nvSpPr>
          <p:cNvPr id="63" name="PlaceHolder 1"/>
          <p:cNvSpPr>
            <a:spLocks noGrp="1"/>
          </p:cNvSpPr>
          <p:nvPr>
            <p:ph type="title"/>
          </p:nvPr>
        </p:nvSpPr>
        <p:spPr>
          <a:xfrm>
            <a:off x="728640" y="539640"/>
            <a:ext cx="3346920" cy="48168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200" b="0" u="none" strike="noStrike">
                <a:solidFill>
                  <a:schemeClr val="dk1"/>
                </a:solidFill>
                <a:effectLst/>
                <a:uFillTx/>
                <a:latin typeface="Arial"/>
              </a:defRPr>
            </a:lvl1pPr>
          </a:lstStyle>
          <a:p>
            <a:pPr indent="0" algn="l" defTabSz="914400">
              <a:lnSpc>
                <a:spcPct val="90000"/>
              </a:lnSpc>
              <a:buNone/>
              <a:tabLst>
                <a:tab pos="0" algn="l"/>
              </a:tabLst>
            </a:pPr>
            <a:r>
              <a:rPr lang="fr-FR" sz="2200" b="0" u="none" strike="noStrike">
                <a:solidFill>
                  <a:schemeClr val="dk1"/>
                </a:solidFill>
                <a:effectLst/>
                <a:uFillTx/>
                <a:latin typeface="Arial"/>
              </a:rPr>
              <a:t>Click to edit the title text format</a:t>
            </a:r>
            <a:endParaRPr lang="en-US" sz="2200" b="0" u="none" strike="noStrike">
              <a:solidFill>
                <a:schemeClr val="dk1"/>
              </a:solidFill>
              <a:effectLst/>
              <a:uFillTx/>
              <a:latin typeface="Arial"/>
            </a:endParaRPr>
          </a:p>
        </p:txBody>
      </p:sp>
      <p:sp>
        <p:nvSpPr>
          <p:cNvPr id="64" name="PlaceHolder 2"/>
          <p:cNvSpPr>
            <a:spLocks noGrp="1"/>
          </p:cNvSpPr>
          <p:nvPr>
            <p:ph type="title"/>
          </p:nvPr>
        </p:nvSpPr>
        <p:spPr>
          <a:xfrm>
            <a:off x="4977720" y="539640"/>
            <a:ext cx="3457800" cy="48168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200" b="0" u="none" strike="noStrike">
                <a:solidFill>
                  <a:schemeClr val="dk1"/>
                </a:solidFill>
                <a:effectLst/>
                <a:uFillTx/>
                <a:latin typeface="Arial"/>
              </a:defRPr>
            </a:lvl1pPr>
          </a:lstStyle>
          <a:p>
            <a:pPr indent="0" algn="l" defTabSz="914400">
              <a:lnSpc>
                <a:spcPct val="90000"/>
              </a:lnSpc>
              <a:buNone/>
              <a:tabLst>
                <a:tab pos="0" algn="l"/>
              </a:tabLst>
            </a:pPr>
            <a:r>
              <a:rPr lang="fr-FR" sz="2200" b="0" u="none" strike="noStrike">
                <a:solidFill>
                  <a:schemeClr val="dk1"/>
                </a:solidFill>
                <a:effectLst/>
                <a:uFillTx/>
                <a:latin typeface="Arial"/>
              </a:rPr>
              <a:t>Click to edit the title text format</a:t>
            </a:r>
            <a:endParaRPr lang="en-US" sz="2200" b="0" u="none" strike="noStrike">
              <a:solidFill>
                <a:schemeClr val="dk1"/>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228600" y="428400"/>
            <a:ext cx="6222600" cy="98496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p>
            <a:pPr indent="0">
              <a:buNone/>
            </a:pPr>
            <a:r>
              <a:rPr lang="fr-FR" sz="47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5143632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2" name="Google Shape;48;p11"/>
          <p:cNvPicPr/>
          <p:nvPr/>
        </p:nvPicPr>
        <p:blipFill>
          <a:blip r:embed="rId2"/>
          <a:stretch/>
        </p:blipFill>
        <p:spPr>
          <a:xfrm>
            <a:off x="0" y="0"/>
            <a:ext cx="9143640" cy="5142960"/>
          </a:xfrm>
          <a:prstGeom prst="rect">
            <a:avLst/>
          </a:prstGeom>
          <a:noFill/>
          <a:ln w="0">
            <a:noFill/>
          </a:ln>
        </p:spPr>
      </p:pic>
      <p:sp>
        <p:nvSpPr>
          <p:cNvPr id="3"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Sora"/>
                <a:ea typeface="Sora"/>
              </a:rPr>
              <a:t>xx%</a:t>
            </a:r>
            <a:endParaRPr lang="fr-FR" sz="6000" b="0" u="none" strike="noStrike">
              <a:solidFill>
                <a:schemeClr val="dk1"/>
              </a:solidFill>
              <a:effectLst/>
              <a:uFillTx/>
              <a:latin typeface="Arial"/>
            </a:endParaRPr>
          </a:p>
        </p:txBody>
      </p:sp>
    </p:spTree>
    <p:extLst>
      <p:ext uri="{BB962C8B-B14F-4D97-AF65-F5344CB8AC3E}">
        <p14:creationId xmlns:p14="http://schemas.microsoft.com/office/powerpoint/2010/main" val="22367586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839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4" name="Google Shape;53;p13"/>
          <p:cNvPicPr/>
          <p:nvPr/>
        </p:nvPicPr>
        <p:blipFill>
          <a:blip r:embed="rId2"/>
          <a:stretch/>
        </p:blipFill>
        <p:spPr>
          <a:xfrm flipH="1">
            <a:off x="360" y="0"/>
            <a:ext cx="9143640" cy="5142960"/>
          </a:xfrm>
          <a:prstGeom prst="rect">
            <a:avLst/>
          </a:prstGeom>
          <a:noFill/>
          <a:ln w="0">
            <a:noFill/>
          </a:ln>
        </p:spPr>
      </p:pic>
      <p:sp>
        <p:nvSpPr>
          <p:cNvPr id="5" name="PlaceHolder 1"/>
          <p:cNvSpPr>
            <a:spLocks noGrp="1"/>
          </p:cNvSpPr>
          <p:nvPr>
            <p:ph type="title"/>
          </p:nvPr>
        </p:nvSpPr>
        <p:spPr>
          <a:xfrm>
            <a:off x="4851360" y="228600"/>
            <a:ext cx="4143960" cy="9849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4683960" y="191412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7" name="PlaceHolder 3"/>
          <p:cNvSpPr>
            <a:spLocks noGrp="1"/>
          </p:cNvSpPr>
          <p:nvPr>
            <p:ph type="title"/>
          </p:nvPr>
        </p:nvSpPr>
        <p:spPr>
          <a:xfrm>
            <a:off x="4683960" y="254016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8" name="PlaceHolder 4"/>
          <p:cNvSpPr>
            <a:spLocks noGrp="1"/>
          </p:cNvSpPr>
          <p:nvPr>
            <p:ph type="title"/>
          </p:nvPr>
        </p:nvSpPr>
        <p:spPr>
          <a:xfrm>
            <a:off x="4683960" y="316620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9" name="PlaceHolder 5"/>
          <p:cNvSpPr>
            <a:spLocks noGrp="1"/>
          </p:cNvSpPr>
          <p:nvPr>
            <p:ph type="title"/>
          </p:nvPr>
        </p:nvSpPr>
        <p:spPr>
          <a:xfrm>
            <a:off x="4683960" y="1290240"/>
            <a:ext cx="849240" cy="4183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0" name="PlaceHolder 6"/>
          <p:cNvSpPr>
            <a:spLocks noGrp="1"/>
          </p:cNvSpPr>
          <p:nvPr>
            <p:ph type="title"/>
          </p:nvPr>
        </p:nvSpPr>
        <p:spPr>
          <a:xfrm>
            <a:off x="4683960" y="379224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1" name="PlaceHolder 7"/>
          <p:cNvSpPr>
            <a:spLocks noGrp="1"/>
          </p:cNvSpPr>
          <p:nvPr>
            <p:ph type="title"/>
          </p:nvPr>
        </p:nvSpPr>
        <p:spPr>
          <a:xfrm>
            <a:off x="4683960" y="441828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2" name="PlaceHolder 8"/>
          <p:cNvSpPr>
            <a:spLocks noGrp="1"/>
          </p:cNvSpPr>
          <p:nvPr>
            <p:ph type="body"/>
          </p:nvPr>
        </p:nvSpPr>
        <p:spPr>
          <a:xfrm>
            <a:off x="-30492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11017487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3" name="Google Shape;69;p14"/>
          <p:cNvPicPr/>
          <p:nvPr/>
        </p:nvPicPr>
        <p:blipFill>
          <a:blip r:embed="rId2"/>
          <a:stretch/>
        </p:blipFill>
        <p:spPr>
          <a:xfrm rot="10800000" flipH="1">
            <a:off x="0" y="0"/>
            <a:ext cx="9143640" cy="5142960"/>
          </a:xfrm>
          <a:prstGeom prst="rect">
            <a:avLst/>
          </a:prstGeom>
          <a:noFill/>
          <a:ln w="0">
            <a:noFill/>
          </a:ln>
        </p:spPr>
      </p:pic>
      <p:sp>
        <p:nvSpPr>
          <p:cNvPr id="14" name="PlaceHolder 1"/>
          <p:cNvSpPr>
            <a:spLocks noGrp="1"/>
          </p:cNvSpPr>
          <p:nvPr>
            <p:ph type="title"/>
          </p:nvPr>
        </p:nvSpPr>
        <p:spPr>
          <a:xfrm>
            <a:off x="228600" y="228600"/>
            <a:ext cx="8475120" cy="13111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4290587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6" name="Google Shape;73;p15"/>
          <p:cNvPicPr/>
          <p:nvPr/>
        </p:nvPicPr>
        <p:blipFill>
          <a:blip r:embed="rId2"/>
          <a:stretch/>
        </p:blipFill>
        <p:spPr>
          <a:xfrm rot="10800000">
            <a:off x="360" y="0"/>
            <a:ext cx="9143640" cy="5142960"/>
          </a:xfrm>
          <a:prstGeom prst="rect">
            <a:avLst/>
          </a:prstGeom>
          <a:noFill/>
          <a:ln w="0">
            <a:noFill/>
          </a:ln>
        </p:spPr>
      </p:pic>
      <p:sp>
        <p:nvSpPr>
          <p:cNvPr id="17" name="PlaceHolder 1"/>
          <p:cNvSpPr>
            <a:spLocks noGrp="1"/>
          </p:cNvSpPr>
          <p:nvPr>
            <p:ph type="title"/>
          </p:nvPr>
        </p:nvSpPr>
        <p:spPr>
          <a:xfrm>
            <a:off x="228600" y="228600"/>
            <a:ext cx="4835520" cy="17413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228600" y="1969920"/>
            <a:ext cx="4835520" cy="24422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9" name="PlaceHolder 3"/>
          <p:cNvSpPr>
            <a:spLocks noGrp="1"/>
          </p:cNvSpPr>
          <p:nvPr>
            <p:ph type="body"/>
          </p:nvPr>
        </p:nvSpPr>
        <p:spPr>
          <a:xfrm>
            <a:off x="5217480" y="228600"/>
            <a:ext cx="392652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24810081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0" name="Google Shape;78;p16"/>
          <p:cNvPicPr/>
          <p:nvPr/>
        </p:nvPicPr>
        <p:blipFill>
          <a:blip r:embed="rId2"/>
          <a:stretch/>
        </p:blipFill>
        <p:spPr>
          <a:xfrm>
            <a:off x="0" y="0"/>
            <a:ext cx="9143640" cy="5142960"/>
          </a:xfrm>
          <a:prstGeom prst="rect">
            <a:avLst/>
          </a:prstGeom>
          <a:noFill/>
          <a:ln w="0">
            <a:noFill/>
          </a:ln>
        </p:spPr>
      </p:pic>
      <p:sp>
        <p:nvSpPr>
          <p:cNvPr id="2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1273703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2" name="Google Shape;81;p17"/>
          <p:cNvPicPr/>
          <p:nvPr/>
        </p:nvPicPr>
        <p:blipFill>
          <a:blip r:embed="rId2"/>
          <a:stretch/>
        </p:blipFill>
        <p:spPr>
          <a:xfrm flipH="1">
            <a:off x="360" y="0"/>
            <a:ext cx="9143640" cy="5142960"/>
          </a:xfrm>
          <a:prstGeom prst="rect">
            <a:avLst/>
          </a:prstGeom>
          <a:noFill/>
          <a:ln w="0">
            <a:noFill/>
          </a:ln>
        </p:spPr>
      </p:pic>
      <p:sp>
        <p:nvSpPr>
          <p:cNvPr id="23" name="PlaceHolder 1"/>
          <p:cNvSpPr>
            <a:spLocks noGrp="1"/>
          </p:cNvSpPr>
          <p:nvPr>
            <p:ph type="title"/>
          </p:nvPr>
        </p:nvSpPr>
        <p:spPr>
          <a:xfrm>
            <a:off x="3301200" y="191088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4" name="PlaceHolder 2"/>
          <p:cNvSpPr>
            <a:spLocks noGrp="1"/>
          </p:cNvSpPr>
          <p:nvPr>
            <p:ph type="title"/>
          </p:nvPr>
        </p:nvSpPr>
        <p:spPr>
          <a:xfrm>
            <a:off x="228600" y="1911240"/>
            <a:ext cx="67752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5" name="PlaceHolder 3"/>
          <p:cNvSpPr>
            <a:spLocks noGrp="1"/>
          </p:cNvSpPr>
          <p:nvPr>
            <p:ph type="title"/>
          </p:nvPr>
        </p:nvSpPr>
        <p:spPr>
          <a:xfrm>
            <a:off x="6375240" y="191124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6" name="PlaceHolder 4"/>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37895168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27" name="Google Shape;90;p18"/>
          <p:cNvPicPr/>
          <p:nvPr/>
        </p:nvPicPr>
        <p:blipFill>
          <a:blip r:embed="rId2"/>
          <a:stretch/>
        </p:blipFill>
        <p:spPr>
          <a:xfrm rot="10800000">
            <a:off x="360" y="0"/>
            <a:ext cx="9143640" cy="5142960"/>
          </a:xfrm>
          <a:prstGeom prst="rect">
            <a:avLst/>
          </a:prstGeom>
          <a:noFill/>
          <a:ln w="0">
            <a:noFill/>
          </a:ln>
        </p:spPr>
      </p:pic>
      <p:sp>
        <p:nvSpPr>
          <p:cNvPr id="2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642450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0" name="PlaceHolder 2"/>
          <p:cNvSpPr>
            <a:spLocks noGrp="1"/>
          </p:cNvSpPr>
          <p:nvPr>
            <p:ph type="title"/>
          </p:nvPr>
        </p:nvSpPr>
        <p:spPr>
          <a:xfrm>
            <a:off x="228600" y="47700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
        <p:nvSpPr>
          <p:cNvPr id="31" name="PlaceHolder 3"/>
          <p:cNvSpPr>
            <a:spLocks noGrp="1"/>
          </p:cNvSpPr>
          <p:nvPr>
            <p:ph type="title"/>
          </p:nvPr>
        </p:nvSpPr>
        <p:spPr>
          <a:xfrm>
            <a:off x="228600" y="259344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Tree>
    <p:extLst>
      <p:ext uri="{BB962C8B-B14F-4D97-AF65-F5344CB8AC3E}">
        <p14:creationId xmlns:p14="http://schemas.microsoft.com/office/powerpoint/2010/main" val="38723893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2" name="Google Shape;111;p20"/>
          <p:cNvPicPr/>
          <p:nvPr/>
        </p:nvPicPr>
        <p:blipFill>
          <a:blip r:embed="rId2"/>
          <a:stretch/>
        </p:blipFill>
        <p:spPr>
          <a:xfrm rot="10800000">
            <a:off x="360" y="0"/>
            <a:ext cx="9143640" cy="5142960"/>
          </a:xfrm>
          <a:prstGeom prst="rect">
            <a:avLst/>
          </a:prstGeom>
          <a:noFill/>
          <a:ln w="0">
            <a:noFill/>
          </a:ln>
        </p:spPr>
      </p:pic>
      <p:sp>
        <p:nvSpPr>
          <p:cNvPr id="33" name="Google Shape;112;p20"/>
          <p:cNvSpPr/>
          <p:nvPr/>
        </p:nvSpPr>
        <p:spPr>
          <a:xfrm>
            <a:off x="228600" y="3283560"/>
            <a:ext cx="494532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US" sz="1000" b="0" u="none" strike="noStrike" dirty="0">
              <a:solidFill>
                <a:srgbClr val="000000"/>
              </a:solidFill>
              <a:effectLst/>
              <a:uFillTx/>
              <a:latin typeface="OpenSymbol"/>
            </a:endParaRPr>
          </a:p>
        </p:txBody>
      </p:sp>
      <p:sp>
        <p:nvSpPr>
          <p:cNvPr id="34" name="PlaceHolder 1"/>
          <p:cNvSpPr>
            <a:spLocks noGrp="1"/>
          </p:cNvSpPr>
          <p:nvPr>
            <p:ph type="title"/>
          </p:nvPr>
        </p:nvSpPr>
        <p:spPr>
          <a:xfrm>
            <a:off x="228600" y="228600"/>
            <a:ext cx="6562080" cy="98496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7373696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6" name="PlaceHolder 2"/>
          <p:cNvSpPr>
            <a:spLocks noGrp="1"/>
          </p:cNvSpPr>
          <p:nvPr>
            <p:ph type="title"/>
          </p:nvPr>
        </p:nvSpPr>
        <p:spPr>
          <a:xfrm>
            <a:off x="1248840" y="380880"/>
            <a:ext cx="5471640" cy="79992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7" name="PlaceHolder 3"/>
          <p:cNvSpPr>
            <a:spLocks noGrp="1"/>
          </p:cNvSpPr>
          <p:nvPr>
            <p:ph type="title"/>
          </p:nvPr>
        </p:nvSpPr>
        <p:spPr>
          <a:xfrm>
            <a:off x="228600" y="421920"/>
            <a:ext cx="1019880" cy="718200"/>
          </a:xfrm>
          <a:prstGeom prst="rect">
            <a:avLst/>
          </a:prstGeom>
          <a:noFill/>
          <a:ln w="0">
            <a:noFill/>
          </a:ln>
        </p:spPr>
        <p:txBody>
          <a:bodyPr lIns="91440" tIns="91440" rIns="91440" bIns="91440" anchor="ctr">
            <a:noAutofit/>
          </a:bodyPr>
          <a:lstStyle/>
          <a:p>
            <a:pPr indent="0" algn="ctr">
              <a:lnSpc>
                <a:spcPct val="100000"/>
              </a:lnSpc>
              <a:buNone/>
            </a:pPr>
            <a:r>
              <a:rPr lang="fr-FR" sz="4400" b="1" u="none" strike="noStrike">
                <a:solidFill>
                  <a:schemeClr val="dk1"/>
                </a:solidFill>
                <a:effectLst/>
                <a:uFillTx/>
                <a:latin typeface="Sora"/>
                <a:ea typeface="Sora"/>
              </a:rPr>
              <a:t>xx%</a:t>
            </a:r>
            <a:endParaRPr lang="fr-FR" sz="4400" b="0" u="none" strike="noStrike">
              <a:solidFill>
                <a:schemeClr val="dk1"/>
              </a:solidFill>
              <a:effectLst/>
              <a:uFillTx/>
              <a:latin typeface="Arial"/>
            </a:endParaRPr>
          </a:p>
        </p:txBody>
      </p:sp>
    </p:spTree>
    <p:extLst>
      <p:ext uri="{BB962C8B-B14F-4D97-AF65-F5344CB8AC3E}">
        <p14:creationId xmlns:p14="http://schemas.microsoft.com/office/powerpoint/2010/main" val="3938254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38" name="Google Shape;116;p21"/>
          <p:cNvPicPr/>
          <p:nvPr/>
        </p:nvPicPr>
        <p:blipFill>
          <a:blip r:embed="rId2"/>
          <a:srcRect t="5214" b="5202"/>
          <a:stretch/>
        </p:blipFill>
        <p:spPr>
          <a:xfrm>
            <a:off x="0" y="0"/>
            <a:ext cx="9143640" cy="5142960"/>
          </a:xfrm>
          <a:prstGeom prst="rect">
            <a:avLst/>
          </a:prstGeom>
          <a:noFill/>
          <a:ln w="0">
            <a:noFill/>
          </a:ln>
        </p:spPr>
      </p:pic>
    </p:spTree>
    <p:extLst>
      <p:ext uri="{BB962C8B-B14F-4D97-AF65-F5344CB8AC3E}">
        <p14:creationId xmlns:p14="http://schemas.microsoft.com/office/powerpoint/2010/main" val="493526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39" name="Google Shape;118;p22"/>
          <p:cNvPicPr/>
          <p:nvPr/>
        </p:nvPicPr>
        <p:blipFill>
          <a:blip r:embed="rId2"/>
          <a:srcRect t="5214" b="5202"/>
          <a:stretch/>
        </p:blipFill>
        <p:spPr>
          <a:xfrm>
            <a:off x="0" y="0"/>
            <a:ext cx="9143640" cy="5142960"/>
          </a:xfrm>
          <a:prstGeom prst="rect">
            <a:avLst/>
          </a:prstGeom>
          <a:noFill/>
          <a:ln w="0">
            <a:noFill/>
          </a:ln>
        </p:spPr>
      </p:pic>
    </p:spTree>
    <p:extLst>
      <p:ext uri="{BB962C8B-B14F-4D97-AF65-F5344CB8AC3E}">
        <p14:creationId xmlns:p14="http://schemas.microsoft.com/office/powerpoint/2010/main" val="9573542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40" name="Google Shape;17;p4"/>
          <p:cNvPicPr/>
          <p:nvPr/>
        </p:nvPicPr>
        <p:blipFill>
          <a:blip r:embed="rId2"/>
          <a:stretch/>
        </p:blipFill>
        <p:spPr>
          <a:xfrm>
            <a:off x="0" y="0"/>
            <a:ext cx="9143640" cy="5142960"/>
          </a:xfrm>
          <a:prstGeom prst="rect">
            <a:avLst/>
          </a:prstGeom>
          <a:noFill/>
          <a:ln w="0">
            <a:noFill/>
          </a:ln>
        </p:spPr>
      </p:pic>
      <p:sp>
        <p:nvSpPr>
          <p:cNvPr id="4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2" name="PlaceHolder 2"/>
          <p:cNvSpPr>
            <a:spLocks noGrp="1"/>
          </p:cNvSpPr>
          <p:nvPr>
            <p:ph type="body"/>
          </p:nvPr>
        </p:nvSpPr>
        <p:spPr>
          <a:xfrm>
            <a:off x="228600" y="3999600"/>
            <a:ext cx="2020320" cy="7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9521175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3" name="Google Shape;21;p5"/>
          <p:cNvPicPr/>
          <p:nvPr/>
        </p:nvPicPr>
        <p:blipFill>
          <a:blip r:embed="rId2"/>
          <a:stretch/>
        </p:blipFill>
        <p:spPr>
          <a:xfrm>
            <a:off x="0" y="0"/>
            <a:ext cx="9143640" cy="5142960"/>
          </a:xfrm>
          <a:prstGeom prst="rect">
            <a:avLst/>
          </a:prstGeom>
          <a:noFill/>
          <a:ln w="0">
            <a:noFill/>
          </a:ln>
        </p:spPr>
      </p:pic>
      <p:sp>
        <p:nvSpPr>
          <p:cNvPr id="44"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521748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41663626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6" name="Google Shape;29;p6"/>
          <p:cNvPicPr/>
          <p:nvPr/>
        </p:nvPicPr>
        <p:blipFill>
          <a:blip r:embed="rId2"/>
          <a:stretch/>
        </p:blipFill>
        <p:spPr>
          <a:xfrm rot="10800000" flipH="1">
            <a:off x="0" y="0"/>
            <a:ext cx="9143640" cy="5142960"/>
          </a:xfrm>
          <a:prstGeom prst="rect">
            <a:avLst/>
          </a:prstGeom>
          <a:noFill/>
          <a:ln w="0">
            <a:noFill/>
          </a:ln>
        </p:spPr>
      </p:pic>
      <p:sp>
        <p:nvSpPr>
          <p:cNvPr id="47"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936699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48" name="Google Shape;32;p7"/>
          <p:cNvPicPr/>
          <p:nvPr/>
        </p:nvPicPr>
        <p:blipFill>
          <a:blip r:embed="rId2"/>
          <a:stretch/>
        </p:blipFill>
        <p:spPr>
          <a:xfrm>
            <a:off x="0" y="0"/>
            <a:ext cx="9143640" cy="5142960"/>
          </a:xfrm>
          <a:prstGeom prst="rect">
            <a:avLst/>
          </a:prstGeom>
          <a:noFill/>
          <a:ln w="0">
            <a:noFill/>
          </a:ln>
        </p:spPr>
      </p:pic>
      <p:sp>
        <p:nvSpPr>
          <p:cNvPr id="49"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0"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1"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22058917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52" name="Google Shape;37;p8"/>
          <p:cNvPicPr/>
          <p:nvPr/>
        </p:nvPicPr>
        <p:blipFill>
          <a:blip r:embed="rId2"/>
          <a:stretch/>
        </p:blipFill>
        <p:spPr>
          <a:xfrm rot="10800000" flipH="1">
            <a:off x="0" y="0"/>
            <a:ext cx="9143640" cy="5142960"/>
          </a:xfrm>
          <a:prstGeom prst="rect">
            <a:avLst/>
          </a:prstGeom>
          <a:noFill/>
          <a:ln w="0">
            <a:noFill/>
          </a:ln>
        </p:spPr>
      </p:pic>
      <p:sp>
        <p:nvSpPr>
          <p:cNvPr id="53"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41823714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54" name="Google Shape;40;p9"/>
          <p:cNvPicPr/>
          <p:nvPr/>
        </p:nvPicPr>
        <p:blipFill>
          <a:blip r:embed="rId2"/>
          <a:stretch/>
        </p:blipFill>
        <p:spPr>
          <a:xfrm flipH="1">
            <a:off x="360" y="0"/>
            <a:ext cx="9143640" cy="5142960"/>
          </a:xfrm>
          <a:prstGeom prst="rect">
            <a:avLst/>
          </a:prstGeom>
          <a:noFill/>
          <a:ln w="0">
            <a:noFill/>
          </a:ln>
        </p:spPr>
      </p:pic>
      <p:sp>
        <p:nvSpPr>
          <p:cNvPr id="5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36732288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6"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7" name="PlaceHolder 2"/>
          <p:cNvSpPr>
            <a:spLocks noGrp="1"/>
          </p:cNvSpPr>
          <p:nvPr>
            <p:ph type="title"/>
          </p:nvPr>
        </p:nvSpPr>
        <p:spPr>
          <a:xfrm>
            <a:off x="228600" y="228600"/>
            <a:ext cx="2669400" cy="338400"/>
          </a:xfrm>
          <a:prstGeom prst="rect">
            <a:avLst/>
          </a:prstGeom>
          <a:noFill/>
          <a:ln w="0">
            <a:noFill/>
          </a:ln>
        </p:spPr>
        <p:txBody>
          <a:bodyPr lIns="91440" tIns="91440" rIns="91440" bIns="91440" anchor="t">
            <a:noAutofit/>
          </a:bodyPr>
          <a:lstStyle/>
          <a:p>
            <a:pPr indent="0">
              <a:buNone/>
            </a:pPr>
            <a:r>
              <a:rPr lang="fr-FR" sz="10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373910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4292160"/>
      </p:ext>
    </p:extLst>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Google Shape;134;p27"/>
          <p:cNvPicPr/>
          <p:nvPr/>
        </p:nvPicPr>
        <p:blipFill>
          <a:blip r:embed="rId2"/>
          <a:srcRect t="5212" b="5204"/>
          <a:stretch/>
        </p:blipFill>
        <p:spPr>
          <a:xfrm flipH="1">
            <a:off x="360" y="0"/>
            <a:ext cx="9143640" cy="5142960"/>
          </a:xfrm>
          <a:prstGeom prst="rect">
            <a:avLst/>
          </a:prstGeom>
          <a:noFill/>
          <a:ln w="0">
            <a:noFill/>
          </a:ln>
        </p:spPr>
      </p:pic>
      <p:grpSp>
        <p:nvGrpSpPr>
          <p:cNvPr id="64" name="Google Shape;135;p27"/>
          <p:cNvGrpSpPr/>
          <p:nvPr/>
        </p:nvGrpSpPr>
        <p:grpSpPr>
          <a:xfrm>
            <a:off x="68151" y="3663624"/>
            <a:ext cx="2372542" cy="1395186"/>
            <a:chOff x="118856" y="3843000"/>
            <a:chExt cx="2594464" cy="1300320"/>
          </a:xfrm>
        </p:grpSpPr>
        <p:sp>
          <p:nvSpPr>
            <p:cNvPr id="65" name="Google Shape;136;p27"/>
            <p:cNvSpPr/>
            <p:nvPr/>
          </p:nvSpPr>
          <p:spPr>
            <a:xfrm>
              <a:off x="126000" y="3843000"/>
              <a:ext cx="2587320" cy="1300320"/>
            </a:xfrm>
            <a:prstGeom prst="round2SameRect">
              <a:avLst>
                <a:gd name="adj1" fmla="val 25836"/>
                <a:gd name="adj2" fmla="val 0"/>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sp>
          <p:nvSpPr>
            <p:cNvPr id="66" name="Google Shape;137;p27"/>
            <p:cNvSpPr/>
            <p:nvPr/>
          </p:nvSpPr>
          <p:spPr>
            <a:xfrm>
              <a:off x="118856" y="3843000"/>
              <a:ext cx="2587320" cy="1300320"/>
            </a:xfrm>
            <a:prstGeom prst="round2SameRect">
              <a:avLst>
                <a:gd name="adj1" fmla="val 25836"/>
                <a:gd name="adj2" fmla="val 0"/>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grpSp>
      <p:grpSp>
        <p:nvGrpSpPr>
          <p:cNvPr id="67" name="Google Shape;138;p27"/>
          <p:cNvGrpSpPr/>
          <p:nvPr/>
        </p:nvGrpSpPr>
        <p:grpSpPr>
          <a:xfrm>
            <a:off x="74684" y="84690"/>
            <a:ext cx="9013972" cy="520327"/>
            <a:chOff x="-553320" y="270720"/>
            <a:chExt cx="9278280" cy="1300320"/>
          </a:xfrm>
        </p:grpSpPr>
        <p:sp>
          <p:nvSpPr>
            <p:cNvPr id="68" name="Google Shape;139;p27"/>
            <p:cNvSpPr/>
            <p:nvPr/>
          </p:nvSpPr>
          <p:spPr>
            <a:xfrm>
              <a:off x="-553320" y="270720"/>
              <a:ext cx="9278280" cy="130032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sp>
          <p:nvSpPr>
            <p:cNvPr id="69" name="Google Shape;140;p27"/>
            <p:cNvSpPr/>
            <p:nvPr/>
          </p:nvSpPr>
          <p:spPr>
            <a:xfrm>
              <a:off x="-343800" y="465480"/>
              <a:ext cx="207720" cy="207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73440" bIns="73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grpSp>
      <p:sp>
        <p:nvSpPr>
          <p:cNvPr id="70" name="PlaceHolder 1"/>
          <p:cNvSpPr>
            <a:spLocks noGrp="1"/>
          </p:cNvSpPr>
          <p:nvPr>
            <p:ph type="title"/>
          </p:nvPr>
        </p:nvSpPr>
        <p:spPr>
          <a:xfrm>
            <a:off x="-89981" y="-373820"/>
            <a:ext cx="9749017" cy="1396093"/>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rmAutofit/>
          </a:bodyPr>
          <a:lstStyle/>
          <a:p>
            <a:pPr indent="0">
              <a:lnSpc>
                <a:spcPct val="100000"/>
              </a:lnSpc>
              <a:buNone/>
              <a:tabLst>
                <a:tab pos="0" algn="l"/>
              </a:tabLst>
            </a:pPr>
            <a:r>
              <a:rPr lang="en-US" sz="2600" b="1" dirty="0">
                <a:latin typeface="Sora"/>
              </a:rPr>
              <a:t>An AI Agent for Rapid Evidence-Based Clinical Research Support</a:t>
            </a:r>
            <a:endParaRPr lang="fr-FR" sz="2600" b="1" u="none" strike="noStrike" dirty="0">
              <a:solidFill>
                <a:schemeClr val="dk1"/>
              </a:solidFill>
              <a:effectLst/>
              <a:uFillTx/>
              <a:latin typeface="Sora"/>
            </a:endParaRPr>
          </a:p>
        </p:txBody>
      </p:sp>
      <p:sp>
        <p:nvSpPr>
          <p:cNvPr id="71" name="PlaceHolder 2"/>
          <p:cNvSpPr>
            <a:spLocks noGrp="1"/>
          </p:cNvSpPr>
          <p:nvPr>
            <p:ph type="subTitle"/>
          </p:nvPr>
        </p:nvSpPr>
        <p:spPr>
          <a:xfrm>
            <a:off x="-313425" y="3383523"/>
            <a:ext cx="2885168" cy="1669271"/>
          </a:xfrm>
          <a:prstGeom prst="rect">
            <a:avLst/>
          </a:prstGeom>
          <a:noFill/>
          <a:ln w="0">
            <a:noFill/>
          </a:ln>
        </p:spPr>
        <p:txBody>
          <a:bodyPr lIns="91440" tIns="91440" rIns="91440" bIns="91440" anchor="b">
            <a:noAutofit/>
          </a:bodyPr>
          <a:lstStyle/>
          <a:p>
            <a:pPr indent="0" algn="ctr">
              <a:lnSpc>
                <a:spcPct val="0"/>
              </a:lnSpc>
              <a:buNone/>
              <a:tabLst>
                <a:tab pos="0" algn="l"/>
              </a:tabLst>
            </a:pPr>
            <a:r>
              <a:rPr lang="en-US" sz="1400" b="0" u="none" strike="noStrike" dirty="0">
                <a:solidFill>
                  <a:schemeClr val="dk1"/>
                </a:solidFill>
                <a:effectLst/>
                <a:uFillTx/>
                <a:latin typeface="Sora"/>
                <a:ea typeface="Public Sans"/>
              </a:rPr>
              <a:t>By</a:t>
            </a:r>
          </a:p>
          <a:p>
            <a:pPr indent="0" algn="ctr">
              <a:lnSpc>
                <a:spcPct val="0"/>
              </a:lnSpc>
              <a:buNone/>
              <a:tabLst>
                <a:tab pos="0" algn="l"/>
              </a:tabLst>
            </a:pPr>
            <a:endParaRPr lang="en-US" sz="1400" b="0" u="none" strike="noStrike" dirty="0">
              <a:solidFill>
                <a:schemeClr val="dk1"/>
              </a:solidFill>
              <a:effectLst/>
              <a:uFillTx/>
              <a:latin typeface="Sora"/>
              <a:ea typeface="Public Sans"/>
            </a:endParaRPr>
          </a:p>
          <a:p>
            <a:pPr indent="0" algn="ctr">
              <a:lnSpc>
                <a:spcPct val="0"/>
              </a:lnSpc>
              <a:buNone/>
              <a:tabLst>
                <a:tab pos="0" algn="l"/>
              </a:tabLst>
            </a:pPr>
            <a:r>
              <a:rPr lang="en-US" sz="1400" b="0" u="none" strike="noStrike" dirty="0">
                <a:solidFill>
                  <a:schemeClr val="dk1"/>
                </a:solidFill>
                <a:effectLst/>
                <a:uFillTx/>
                <a:latin typeface="Sora"/>
                <a:ea typeface="Public Sans"/>
              </a:rPr>
              <a:t> </a:t>
            </a:r>
            <a:r>
              <a:rPr lang="en-US" sz="1400" b="1" dirty="0">
                <a:solidFill>
                  <a:srgbClr val="000000"/>
                </a:solidFill>
                <a:latin typeface="Sora"/>
              </a:rPr>
              <a:t>mTechPesOct24AGrp9</a:t>
            </a:r>
          </a:p>
          <a:p>
            <a:pPr indent="0" algn="ctr">
              <a:lnSpc>
                <a:spcPct val="0"/>
              </a:lnSpc>
              <a:buNone/>
              <a:tabLst>
                <a:tab pos="0" algn="l"/>
              </a:tabLst>
            </a:pPr>
            <a:endParaRPr lang="en-US" sz="1200" dirty="0">
              <a:solidFill>
                <a:srgbClr val="000000"/>
              </a:solidFill>
              <a:latin typeface="Sora"/>
            </a:endParaRPr>
          </a:p>
          <a:p>
            <a:pPr indent="0" algn="ctr">
              <a:lnSpc>
                <a:spcPct val="0"/>
              </a:lnSpc>
              <a:buNone/>
              <a:tabLst>
                <a:tab pos="0" algn="l"/>
              </a:tabLst>
            </a:pPr>
            <a:r>
              <a:rPr lang="en-US" sz="1200" dirty="0">
                <a:solidFill>
                  <a:srgbClr val="000000"/>
                </a:solidFill>
                <a:latin typeface="Sora"/>
              </a:rPr>
              <a:t>Divya Narasimha Prasanna</a:t>
            </a:r>
          </a:p>
          <a:p>
            <a:pPr indent="0" algn="ctr">
              <a:lnSpc>
                <a:spcPct val="0"/>
              </a:lnSpc>
              <a:buNone/>
              <a:tabLst>
                <a:tab pos="0" algn="l"/>
              </a:tabLst>
            </a:pPr>
            <a:r>
              <a:rPr lang="en-US" sz="1200" dirty="0">
                <a:solidFill>
                  <a:srgbClr val="000000"/>
                </a:solidFill>
                <a:latin typeface="Sora"/>
              </a:rPr>
              <a:t>Priyanka Jain</a:t>
            </a:r>
          </a:p>
          <a:p>
            <a:pPr indent="0" algn="ctr">
              <a:lnSpc>
                <a:spcPct val="0"/>
              </a:lnSpc>
              <a:buNone/>
              <a:tabLst>
                <a:tab pos="0" algn="l"/>
              </a:tabLst>
            </a:pPr>
            <a:r>
              <a:rPr lang="en-US" sz="1200" dirty="0">
                <a:solidFill>
                  <a:srgbClr val="000000"/>
                </a:solidFill>
                <a:latin typeface="Sora"/>
              </a:rPr>
              <a:t>Rajani M S</a:t>
            </a:r>
          </a:p>
          <a:p>
            <a:pPr indent="0" algn="ctr">
              <a:lnSpc>
                <a:spcPct val="0"/>
              </a:lnSpc>
              <a:buNone/>
              <a:tabLst>
                <a:tab pos="0" algn="l"/>
              </a:tabLst>
            </a:pPr>
            <a:r>
              <a:rPr lang="en-US" sz="1200" dirty="0">
                <a:solidFill>
                  <a:srgbClr val="000000"/>
                </a:solidFill>
                <a:latin typeface="Sora"/>
              </a:rPr>
              <a:t>Sunaina Kouser Shukoor</a:t>
            </a:r>
          </a:p>
          <a:p>
            <a:pPr indent="0" algn="ctr">
              <a:lnSpc>
                <a:spcPct val="0"/>
              </a:lnSpc>
              <a:buNone/>
              <a:tabLst>
                <a:tab pos="0" algn="l"/>
              </a:tabLst>
            </a:pPr>
            <a:r>
              <a:rPr lang="en-US" sz="1200" dirty="0">
                <a:solidFill>
                  <a:srgbClr val="000000"/>
                </a:solidFill>
                <a:latin typeface="Sora"/>
              </a:rPr>
              <a:t>Upadhyay Kiran Maheshchandra</a:t>
            </a:r>
            <a:endParaRPr lang="en-US" sz="1200" b="0" u="none" strike="noStrike" dirty="0">
              <a:solidFill>
                <a:srgbClr val="000000"/>
              </a:solidFill>
              <a:effectLst/>
              <a:uFillTx/>
              <a:latin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228600" y="228600"/>
            <a:ext cx="8476560" cy="1313640"/>
          </a:xfrm>
          <a:prstGeom prst="rect">
            <a:avLst/>
          </a:prstGeom>
          <a:noFill/>
          <a:ln w="0">
            <a:noFill/>
          </a:ln>
        </p:spPr>
        <p:txBody>
          <a:bodyPr lIns="91440" tIns="91440" rIns="91440" bIns="91440" anchor="t">
            <a:normAutofit/>
          </a:bodyPr>
          <a:lstStyle/>
          <a:p>
            <a:pPr indent="0" algn="l" defTabSz="914400">
              <a:lnSpc>
                <a:spcPct val="100000"/>
              </a:lnSpc>
              <a:buNone/>
              <a:tabLst>
                <a:tab pos="0" algn="l"/>
              </a:tabLst>
            </a:pPr>
            <a:r>
              <a:rPr lang="en-US" sz="2600" b="1" u="none" strike="noStrike" dirty="0">
                <a:solidFill>
                  <a:schemeClr val="dk1"/>
                </a:solidFill>
                <a:effectLst/>
                <a:uFillTx/>
                <a:latin typeface="Sora"/>
                <a:ea typeface="Sora"/>
              </a:rPr>
              <a:t>Overview</a:t>
            </a:r>
            <a:endParaRPr lang="en-US" sz="2600" b="0" u="none" strike="noStrike" dirty="0">
              <a:solidFill>
                <a:schemeClr val="dk1"/>
              </a:solidFill>
              <a:effectLst/>
              <a:uFillTx/>
              <a:latin typeface="Arial"/>
            </a:endParaRPr>
          </a:p>
        </p:txBody>
      </p:sp>
      <p:sp>
        <p:nvSpPr>
          <p:cNvPr id="75" name="PlaceHolder 2"/>
          <p:cNvSpPr>
            <a:spLocks noGrp="1"/>
          </p:cNvSpPr>
          <p:nvPr>
            <p:ph type="subTitle"/>
          </p:nvPr>
        </p:nvSpPr>
        <p:spPr>
          <a:xfrm>
            <a:off x="228600" y="1113840"/>
            <a:ext cx="5562000" cy="2542320"/>
          </a:xfrm>
          <a:prstGeom prst="rect">
            <a:avLst/>
          </a:prstGeom>
          <a:noFill/>
          <a:ln w="0">
            <a:noFill/>
          </a:ln>
        </p:spPr>
        <p:txBody>
          <a:bodyPr lIns="91440" tIns="91440" rIns="91440" bIns="91440" anchor="t">
            <a:normAutofit/>
          </a:bodyPr>
          <a:lstStyle/>
          <a:p>
            <a:pPr algn="l" defTabSz="914400">
              <a:lnSpc>
                <a:spcPct val="150000"/>
              </a:lnSpc>
              <a:spcBef>
                <a:spcPts val="1001"/>
              </a:spcBef>
              <a:buClr>
                <a:srgbClr val="000000"/>
              </a:buClr>
              <a:tabLst>
                <a:tab pos="0" algn="l"/>
              </a:tabLst>
            </a:pPr>
            <a:r>
              <a:rPr lang="en-US" sz="1600" b="0" u="none" strike="noStrike" dirty="0">
                <a:solidFill>
                  <a:schemeClr val="dk1"/>
                </a:solidFill>
                <a:effectLst/>
                <a:uFillTx/>
                <a:latin typeface="Sora"/>
                <a:ea typeface="Rozha One"/>
              </a:rPr>
              <a:t>An AI agent that helps clinical researchers quickly navigate unstructured medical literature and case studies, delivering evidence-based insights and reducing review time from weeks to days.</a:t>
            </a:r>
            <a:endParaRPr lang="en-IN" sz="1600" b="0" u="none" strike="noStrike" dirty="0">
              <a:solidFill>
                <a:srgbClr val="000000"/>
              </a:solidFill>
              <a:effectLst/>
              <a:uFillTx/>
              <a:latin typeface="Arial"/>
            </a:endParaRPr>
          </a:p>
        </p:txBody>
      </p:sp>
      <p:pic>
        <p:nvPicPr>
          <p:cNvPr id="76" name="Picture 3"/>
          <p:cNvPicPr/>
          <p:nvPr/>
        </p:nvPicPr>
        <p:blipFill>
          <a:blip r:embed="rId2"/>
          <a:stretch/>
        </p:blipFill>
        <p:spPr>
          <a:xfrm>
            <a:off x="5949000" y="0"/>
            <a:ext cx="3194640" cy="5143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4"/>
          <p:cNvSpPr/>
          <p:nvPr/>
        </p:nvSpPr>
        <p:spPr>
          <a:xfrm>
            <a:off x="5048280" y="1428840"/>
            <a:ext cx="3618720" cy="1428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85000" lnSpcReduction="9999"/>
          </a:bodyPr>
          <a:lstStyle/>
          <a:p>
            <a:pPr defTabSz="914400">
              <a:lnSpc>
                <a:spcPct val="100000"/>
              </a:lnSpc>
              <a:tabLst>
                <a:tab pos="0" algn="l"/>
              </a:tabLst>
            </a:pPr>
            <a:r>
              <a:rPr lang="en-US" sz="2800" b="1" u="none" strike="noStrike" dirty="0">
                <a:solidFill>
                  <a:schemeClr val="dk1"/>
                </a:solidFill>
                <a:effectLst/>
                <a:uFillTx/>
                <a:latin typeface="Sora"/>
              </a:rPr>
              <a:t>What we have done so far</a:t>
            </a:r>
            <a:endParaRPr lang="en-IN" sz="2800" b="0" u="none" strike="noStrike" dirty="0">
              <a:solidFill>
                <a:srgbClr val="000000"/>
              </a:solidFill>
              <a:effectLst/>
              <a:uFillTx/>
              <a:latin typeface="Arial"/>
            </a:endParaRPr>
          </a:p>
        </p:txBody>
      </p:sp>
      <p:pic>
        <p:nvPicPr>
          <p:cNvPr id="78" name="image699961c842bd3" descr="image699961c842bd8"/>
          <p:cNvPicPr/>
          <p:nvPr/>
        </p:nvPicPr>
        <p:blipFill>
          <a:blip r:embed="rId2"/>
          <a:stretch/>
        </p:blipFill>
        <p:spPr>
          <a:xfrm>
            <a:off x="0" y="0"/>
            <a:ext cx="4571280" cy="514296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6"/>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lnSpcReduction="9999"/>
          </a:bodyPr>
          <a:lstStyle/>
          <a:p>
            <a:pPr defTabSz="914400">
              <a:lnSpc>
                <a:spcPct val="100000"/>
              </a:lnSpc>
              <a:tabLst>
                <a:tab pos="0" algn="l"/>
              </a:tabLst>
            </a:pPr>
            <a:r>
              <a:rPr lang="en-US" sz="2600" b="1" u="none" strike="noStrike" dirty="0">
                <a:solidFill>
                  <a:schemeClr val="dk1"/>
                </a:solidFill>
                <a:effectLst/>
                <a:uFillTx/>
                <a:latin typeface="Sora"/>
              </a:rPr>
              <a:t>Literature Survey</a:t>
            </a:r>
            <a:endParaRPr lang="en-IN" sz="2600" b="0" u="none" strike="noStrike" dirty="0">
              <a:solidFill>
                <a:srgbClr val="000000"/>
              </a:solidFill>
              <a:effectLst/>
              <a:uFillTx/>
              <a:latin typeface="Arial"/>
            </a:endParaRPr>
          </a:p>
        </p:txBody>
      </p:sp>
      <p:sp>
        <p:nvSpPr>
          <p:cNvPr id="80" name="Rectangle 77"/>
          <p:cNvSpPr/>
          <p:nvPr/>
        </p:nvSpPr>
        <p:spPr>
          <a:xfrm>
            <a:off x="476280" y="1905120"/>
            <a:ext cx="8190720" cy="276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US" sz="1200" b="0" u="none" strike="noStrike" dirty="0">
              <a:solidFill>
                <a:srgbClr val="000000"/>
              </a:solidFill>
              <a:effectLst/>
              <a:uFillTx/>
              <a:latin typeface="OpenSymbol"/>
            </a:endParaRPr>
          </a:p>
        </p:txBody>
      </p:sp>
      <p:sp>
        <p:nvSpPr>
          <p:cNvPr id="81" name="TextBox 1"/>
          <p:cNvSpPr/>
          <p:nvPr/>
        </p:nvSpPr>
        <p:spPr>
          <a:xfrm>
            <a:off x="117000" y="402120"/>
            <a:ext cx="8964720" cy="504608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spcBef>
                <a:spcPts val="283"/>
              </a:spcBef>
              <a:spcAft>
                <a:spcPts val="283"/>
              </a:spcAft>
            </a:pPr>
            <a:r>
              <a:rPr lang="en-IN" sz="1050" b="1" u="sng" strike="noStrike" dirty="0">
                <a:solidFill>
                  <a:schemeClr val="dk1"/>
                </a:solidFill>
                <a:effectLst/>
                <a:uFillTx/>
                <a:latin typeface="Sora"/>
              </a:rPr>
              <a:t>Summarization and Simplification of Medical Articles using NLP</a:t>
            </a:r>
          </a:p>
          <a:p>
            <a:pPr defTabSz="914400">
              <a:spcBef>
                <a:spcPts val="283"/>
              </a:spcBef>
              <a:spcAft>
                <a:spcPts val="283"/>
              </a:spcAft>
            </a:pPr>
            <a:r>
              <a:rPr lang="en-IN" sz="1050" b="0" u="none" strike="noStrike" dirty="0">
                <a:solidFill>
                  <a:schemeClr val="dk1"/>
                </a:solidFill>
                <a:effectLst/>
                <a:uFillTx/>
                <a:latin typeface="Sora"/>
              </a:rPr>
              <a:t>In order to improve health literacy, this study compares different transformer-based models(</a:t>
            </a:r>
            <a:r>
              <a:rPr lang="en-IN" sz="1050" b="0" i="1" u="none" strike="noStrike" dirty="0">
                <a:solidFill>
                  <a:schemeClr val="dk1"/>
                </a:solidFill>
                <a:effectLst/>
                <a:uFillTx/>
                <a:latin typeface="Sora"/>
              </a:rPr>
              <a:t>ALBERT, DistilBERT, SciBERT, GPT-2</a:t>
            </a:r>
            <a:r>
              <a:rPr lang="en-IN" sz="1050" b="0" u="none" strike="noStrike" dirty="0">
                <a:solidFill>
                  <a:schemeClr val="dk1"/>
                </a:solidFill>
                <a:effectLst/>
                <a:uFillTx/>
                <a:latin typeface="Sora"/>
              </a:rPr>
              <a:t>) for extractive summarization of medical articles along with Named Entity Recognition of the medical terms and their simplification using Web Scraping.</a:t>
            </a:r>
          </a:p>
          <a:p>
            <a:pPr defTabSz="914400">
              <a:spcBef>
                <a:spcPts val="283"/>
              </a:spcBef>
              <a:spcAft>
                <a:spcPts val="283"/>
              </a:spcAft>
            </a:pPr>
            <a:r>
              <a:rPr lang="en-IN" sz="1050" b="1" u="sng" strike="noStrike" dirty="0">
                <a:solidFill>
                  <a:schemeClr val="dk1"/>
                </a:solidFill>
                <a:effectLst/>
                <a:uFillTx/>
                <a:latin typeface="Sora"/>
              </a:rPr>
              <a:t>Extracting Health Evidence Information from Biomedical Literature using LLMs</a:t>
            </a:r>
            <a:endParaRPr lang="en-IN" sz="1050" b="0" u="none" strike="noStrike" dirty="0">
              <a:solidFill>
                <a:srgbClr val="000000"/>
              </a:solidFill>
              <a:effectLst/>
              <a:uFillTx/>
              <a:latin typeface="Sora"/>
            </a:endParaRPr>
          </a:p>
          <a:p>
            <a:pPr defTabSz="914400">
              <a:spcBef>
                <a:spcPts val="283"/>
              </a:spcBef>
              <a:spcAft>
                <a:spcPts val="283"/>
              </a:spcAft>
            </a:pPr>
            <a:r>
              <a:rPr lang="en-IN" sz="1050" b="0" u="none" strike="noStrike" dirty="0">
                <a:solidFill>
                  <a:schemeClr val="dk1"/>
                </a:solidFill>
                <a:effectLst/>
                <a:uFillTx/>
                <a:latin typeface="Sora"/>
              </a:rPr>
              <a:t>With an objective of bridging the gap between research findings and real-world healthcare applications, this study implements a RAG-based LLM(</a:t>
            </a:r>
            <a:r>
              <a:rPr lang="en-IN" sz="1050" b="0" i="1" u="none" strike="noStrike" dirty="0">
                <a:solidFill>
                  <a:schemeClr val="dk1"/>
                </a:solidFill>
                <a:effectLst/>
                <a:uFillTx/>
                <a:latin typeface="Sora"/>
              </a:rPr>
              <a:t>GPT-3.5 turbo, GPT-4, GPT-4 turbo, and GPT-4o</a:t>
            </a:r>
            <a:r>
              <a:rPr lang="en-IN" sz="1050" b="0" u="none" strike="noStrike" dirty="0">
                <a:solidFill>
                  <a:schemeClr val="dk1"/>
                </a:solidFill>
                <a:effectLst/>
                <a:uFillTx/>
                <a:latin typeface="Sora"/>
              </a:rPr>
              <a:t> ) framework to extract structured PICO-based evidence from biomedical literature which is stored in the form of vector embeddings using FAISS in a knowledge base.</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Retrieval-Augmented Generation for Knowledge-Intensive Natural Language Processing Tasks</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Combines document retrieval with text generation to produce evidence-based responses using external knowledge, improving factual accuracy and reducing hallucination in language models.</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REALM: Retrieval-Augmented Language Model Pre-Training</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Introduces retrieval during language model pretraining, enabling models to dynamically access external knowledge and improve factual reasoning without retraining.</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Leveraging Passage Retrieval with Generative Models for Open Domain Question Answering</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Uses passage retrieval to provide supporting evidence before generating answers, improving accuracy, reasoning, and factual consistency in question answering tasks.</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Atlas: Few-shot Learning with Retrieval Augmented Language Models</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Uses retrieval-based external memory to enhance few-shot learning performance, enabling language models to work effectively with limited training data and large knowledge sources.</a:t>
            </a:r>
          </a:p>
          <a:p>
            <a:pPr>
              <a:spcBef>
                <a:spcPts val="283"/>
              </a:spcBef>
              <a:spcAft>
                <a:spcPts val="283"/>
              </a:spcAft>
            </a:pPr>
            <a:r>
              <a:rPr lang="en-IN" sz="1050" b="1" u="sng" dirty="0">
                <a:solidFill>
                  <a:schemeClr val="dk1"/>
                </a:solidFill>
                <a:latin typeface="Sora"/>
              </a:rPr>
              <a:t>AI Agents in Clinical Medicine</a:t>
            </a:r>
            <a:endParaRPr lang="en-IN" sz="1050" dirty="0">
              <a:solidFill>
                <a:srgbClr val="000000"/>
              </a:solidFill>
              <a:latin typeface="Sora"/>
            </a:endParaRPr>
          </a:p>
          <a:p>
            <a:pPr>
              <a:spcBef>
                <a:spcPts val="283"/>
              </a:spcBef>
              <a:spcAft>
                <a:spcPts val="283"/>
              </a:spcAft>
            </a:pPr>
            <a:r>
              <a:rPr lang="en-IN" sz="1050" dirty="0">
                <a:solidFill>
                  <a:schemeClr val="dk1"/>
                </a:solidFill>
                <a:latin typeface="Sora"/>
                <a:ea typeface="Microsoft YaHei"/>
              </a:rPr>
              <a:t>AI agents that combine LLMs with external tools, structured reasoning, and multi-agent collaboration significantly reduce hallucinations and improve multi-step clinical task performance compared to stand-alone LLMs, showing measurable accuracy gains across diverse medical evaluations,showing a median 36% performance gain when architecture is aligned with task complexity.</a:t>
            </a:r>
            <a:endParaRPr lang="en-IN" sz="1050" dirty="0">
              <a:solidFill>
                <a:srgbClr val="000000"/>
              </a:solidFill>
              <a:latin typeface="Sora"/>
            </a:endParaRPr>
          </a:p>
          <a:p>
            <a:pPr defTabSz="914400">
              <a:spcBef>
                <a:spcPts val="283"/>
              </a:spcBef>
              <a:spcAft>
                <a:spcPts val="283"/>
              </a:spcAft>
            </a:pPr>
            <a:endParaRPr lang="en-IN" sz="1050" b="0" u="none" strike="noStrike" dirty="0">
              <a:solidFill>
                <a:srgbClr val="000000"/>
              </a:solidFill>
              <a:effectLst/>
              <a:uFillTx/>
              <a:latin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2"/>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2500" lnSpcReduction="9999"/>
          </a:bodyPr>
          <a:lstStyle/>
          <a:p>
            <a:pPr defTabSz="914400">
              <a:lnSpc>
                <a:spcPct val="100000"/>
              </a:lnSpc>
              <a:tabLst>
                <a:tab pos="0" algn="l"/>
              </a:tabLst>
            </a:pPr>
            <a:endParaRPr lang="en-IN" sz="1800" b="0" u="none" strike="noStrike" dirty="0">
              <a:solidFill>
                <a:srgbClr val="000000"/>
              </a:solidFill>
              <a:effectLst/>
              <a:uFillTx/>
              <a:latin typeface="Arial"/>
            </a:endParaRPr>
          </a:p>
        </p:txBody>
      </p:sp>
      <p:sp>
        <p:nvSpPr>
          <p:cNvPr id="83" name="Rectangle 3"/>
          <p:cNvSpPr/>
          <p:nvPr/>
        </p:nvSpPr>
        <p:spPr>
          <a:xfrm>
            <a:off x="476280" y="1905120"/>
            <a:ext cx="8190720" cy="276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US" sz="1200" b="0" u="none" strike="noStrike" dirty="0">
              <a:solidFill>
                <a:srgbClr val="000000"/>
              </a:solidFill>
              <a:effectLst/>
              <a:uFillTx/>
              <a:latin typeface="OpenSymbol"/>
            </a:endParaRPr>
          </a:p>
        </p:txBody>
      </p:sp>
      <p:sp>
        <p:nvSpPr>
          <p:cNvPr id="84" name="TextBox 4"/>
          <p:cNvSpPr/>
          <p:nvPr/>
        </p:nvSpPr>
        <p:spPr>
          <a:xfrm>
            <a:off x="117000" y="402120"/>
            <a:ext cx="8964720" cy="47306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spcBef>
                <a:spcPts val="340"/>
              </a:spcBef>
              <a:spcAft>
                <a:spcPts val="283"/>
              </a:spcAft>
            </a:pPr>
            <a:r>
              <a:rPr lang="en-IN" sz="1050" b="1" u="sng" strike="noStrike" dirty="0">
                <a:solidFill>
                  <a:schemeClr val="dk1"/>
                </a:solidFill>
                <a:effectLst/>
                <a:uFillTx/>
                <a:latin typeface="Sora"/>
              </a:rPr>
              <a:t>Bio-Regulatory Event Extraction</a:t>
            </a:r>
            <a:r>
              <a:rPr lang="en-IN" sz="1050" b="0" u="none" strike="noStrike" dirty="0">
                <a:solidFill>
                  <a:schemeClr val="dk1"/>
                </a:solidFill>
                <a:effectLst/>
                <a:uFillTx/>
                <a:latin typeface="Sora"/>
              </a:rPr>
              <a:t> </a:t>
            </a:r>
          </a:p>
          <a:p>
            <a:pPr defTabSz="914400">
              <a:spcBef>
                <a:spcPts val="340"/>
              </a:spcBef>
              <a:spcAft>
                <a:spcPts val="283"/>
              </a:spcAft>
            </a:pPr>
            <a:r>
              <a:rPr lang="en-IN" sz="1050" b="0" u="none" strike="noStrike" dirty="0">
                <a:solidFill>
                  <a:schemeClr val="dk1"/>
                </a:solidFill>
                <a:effectLst/>
                <a:uFillTx/>
                <a:latin typeface="Sora"/>
              </a:rPr>
              <a:t>LLM-based approaches leverage strong semantic understanding and prompt engineering to extract complex bio-regulatory events with higher precision than traditional NER–RE (Named Entity Recognition + Relation Extraction pipeline) pipelines, demonstrating their potential to reduce cascading errors in biomedical text mining.</a:t>
            </a:r>
            <a:endParaRPr lang="en-IN" sz="1050" b="0" u="none" strike="noStrike" dirty="0">
              <a:solidFill>
                <a:srgbClr val="000000"/>
              </a:solidFill>
              <a:effectLst/>
              <a:uFillTx/>
              <a:latin typeface="Sora"/>
            </a:endParaRPr>
          </a:p>
          <a:p>
            <a:pPr defTabSz="914400">
              <a:spcBef>
                <a:spcPts val="340"/>
              </a:spcBef>
              <a:spcAft>
                <a:spcPts val="283"/>
              </a:spcAft>
            </a:pPr>
            <a:r>
              <a:rPr lang="en-US" sz="1050" b="1" u="sng" strike="noStrike" dirty="0">
                <a:solidFill>
                  <a:schemeClr val="dk1"/>
                </a:solidFill>
                <a:effectLst/>
                <a:uFillTx/>
                <a:latin typeface="Sora"/>
              </a:rPr>
              <a:t>Foundational AI Agents in Healthcare</a:t>
            </a:r>
          </a:p>
          <a:p>
            <a:pPr defTabSz="914400">
              <a:spcBef>
                <a:spcPts val="340"/>
              </a:spcBef>
              <a:spcAft>
                <a:spcPts val="283"/>
              </a:spcAft>
            </a:pPr>
            <a:r>
              <a:rPr lang="en-US" sz="1050" b="0" u="none" strike="noStrike" dirty="0">
                <a:solidFill>
                  <a:schemeClr val="dk1"/>
                </a:solidFill>
                <a:effectLst/>
                <a:uFillTx/>
                <a:latin typeface="Sora"/>
              </a:rPr>
              <a:t>Medical AI agents represent an evolution from isolated predictive models to autonomous, multimodal systems capable of integrating EHRs, imaging, and real-time data to support diagnosis, treatment planning, and adaptive clinical decision-making.</a:t>
            </a:r>
            <a:endParaRPr lang="en-IN" sz="1050" b="0" u="none" strike="noStrike" dirty="0">
              <a:solidFill>
                <a:srgbClr val="000000"/>
              </a:solidFill>
              <a:effectLst/>
              <a:uFillTx/>
              <a:latin typeface="Sora"/>
            </a:endParaRPr>
          </a:p>
          <a:p>
            <a:pPr defTabSz="914400">
              <a:spcBef>
                <a:spcPts val="340"/>
              </a:spcBef>
              <a:spcAft>
                <a:spcPts val="283"/>
              </a:spcAft>
            </a:pPr>
            <a:r>
              <a:rPr lang="en-US" sz="1050" b="1" u="sng" strike="noStrike" dirty="0">
                <a:solidFill>
                  <a:schemeClr val="dk1"/>
                </a:solidFill>
                <a:effectLst/>
                <a:uFillTx/>
                <a:latin typeface="Sora"/>
              </a:rPr>
              <a:t>Levels of Evidence in EBM</a:t>
            </a:r>
          </a:p>
          <a:p>
            <a:pPr defTabSz="914400">
              <a:spcBef>
                <a:spcPts val="340"/>
              </a:spcBef>
              <a:spcAft>
                <a:spcPts val="283"/>
              </a:spcAft>
            </a:pPr>
            <a:r>
              <a:rPr lang="en-US" sz="1050" b="0" u="none" strike="noStrike" dirty="0">
                <a:solidFill>
                  <a:schemeClr val="dk1"/>
                </a:solidFill>
                <a:effectLst/>
                <a:uFillTx/>
                <a:latin typeface="Sora"/>
              </a:rPr>
              <a:t>While the hierarchy of evidence prioritizes randomized controlled trials for guiding clinical decisions, the true reliability of medical research depends on rigorous methodology, and even lower-level evidence plays a critical role in hypothesis generation and innovation.</a:t>
            </a:r>
            <a:endParaRPr lang="en-IN" sz="1050" b="0" u="none" strike="noStrike" dirty="0">
              <a:solidFill>
                <a:srgbClr val="000000"/>
              </a:solidFill>
              <a:effectLst/>
              <a:uFillTx/>
              <a:latin typeface="Sora"/>
            </a:endParaRPr>
          </a:p>
          <a:p>
            <a:pPr defTabSz="914400">
              <a:spcBef>
                <a:spcPts val="340"/>
              </a:spcBef>
              <a:spcAft>
                <a:spcPts val="283"/>
              </a:spcAft>
            </a:pPr>
            <a:r>
              <a:rPr lang="en-US" sz="1050" b="1" u="sng" strike="noStrike" dirty="0">
                <a:solidFill>
                  <a:schemeClr val="dk1"/>
                </a:solidFill>
                <a:effectLst/>
                <a:uFillTx/>
                <a:latin typeface="Sora"/>
              </a:rPr>
              <a:t>Federated knowledge retrieval elevates large language model performance on biomedical benchmarks</a:t>
            </a:r>
          </a:p>
          <a:p>
            <a:pPr defTabSz="914400">
              <a:spcBef>
                <a:spcPts val="340"/>
              </a:spcBef>
              <a:spcAft>
                <a:spcPts val="283"/>
              </a:spcAft>
            </a:pPr>
            <a:r>
              <a:rPr lang="en-US" sz="1050" b="0" u="none" strike="noStrike" dirty="0">
                <a:solidFill>
                  <a:schemeClr val="dk1"/>
                </a:solidFill>
                <a:effectLst/>
                <a:uFillTx/>
                <a:latin typeface="Sora"/>
                <a:ea typeface="Microsoft YaHei"/>
              </a:rPr>
              <a:t>T</a:t>
            </a:r>
            <a:r>
              <a:rPr lang="en-US" sz="1050" b="0" u="none" strike="noStrike" dirty="0">
                <a:solidFill>
                  <a:schemeClr val="dk1"/>
                </a:solidFill>
                <a:effectLst/>
                <a:uFillTx/>
                <a:latin typeface="Sora"/>
              </a:rPr>
              <a:t>he BTE-RAG framework reduces biomedical hallucinations by replacing statistical patterns with real-time, federated retrieval from structured databases like the BioThings Explorer API. This approach significantly boosts accuracy—increasing gene-centric task performance by over 24%—to provide a more transparent and reliable tool for clinical research.</a:t>
            </a:r>
          </a:p>
          <a:p>
            <a:pPr>
              <a:spcBef>
                <a:spcPts val="283"/>
              </a:spcBef>
              <a:spcAft>
                <a:spcPts val="283"/>
              </a:spcAft>
            </a:pPr>
            <a:r>
              <a:rPr lang="en-IN" sz="1050" b="1" u="sng" dirty="0">
                <a:solidFill>
                  <a:schemeClr val="dk1"/>
                </a:solidFill>
                <a:latin typeface="Sora"/>
                <a:ea typeface="Microsoft YaHei"/>
              </a:rPr>
              <a:t>Evaluating Retrieval-Augmented Generation vs. Long-Context Input for Clinical Reasoning over EHRs</a:t>
            </a:r>
          </a:p>
          <a:p>
            <a:pPr>
              <a:spcBef>
                <a:spcPts val="283"/>
              </a:spcBef>
              <a:spcAft>
                <a:spcPts val="283"/>
              </a:spcAft>
            </a:pPr>
            <a:r>
              <a:rPr lang="en-IN" sz="1050" dirty="0">
                <a:solidFill>
                  <a:schemeClr val="dk1"/>
                </a:solidFill>
                <a:latin typeface="Sora"/>
                <a:ea typeface="Microsoft YaHei"/>
              </a:rPr>
              <a:t>Retrieval-Augmented Generation (RAG) offers a highly efficient alternative to processing massive, redundant electronic health records by retrieving only task-relevant passages to ground LLM reasoning. This approach achieves performance parity with full-context models while significantly reducing computational costs and token requirements in clinical settings.</a:t>
            </a:r>
            <a:endParaRPr lang="en-IN" sz="1050" dirty="0">
              <a:solidFill>
                <a:srgbClr val="000000"/>
              </a:solidFill>
              <a:latin typeface="Sora"/>
            </a:endParaRPr>
          </a:p>
          <a:p>
            <a:pPr>
              <a:spcBef>
                <a:spcPts val="283"/>
              </a:spcBef>
              <a:spcAft>
                <a:spcPts val="283"/>
              </a:spcAft>
            </a:pPr>
            <a:r>
              <a:rPr lang="en-IN" sz="1050" b="1" u="sng" dirty="0">
                <a:solidFill>
                  <a:schemeClr val="dk1"/>
                </a:solidFill>
                <a:latin typeface="Sora"/>
              </a:rPr>
              <a:t>Retrieval-Augmented Generation in Medicine: A Scoping Review of Technical Implementations, Clinical Applications, and Ethical Considerations</a:t>
            </a:r>
          </a:p>
          <a:p>
            <a:pPr>
              <a:spcBef>
                <a:spcPts val="283"/>
              </a:spcBef>
              <a:spcAft>
                <a:spcPts val="283"/>
              </a:spcAft>
            </a:pPr>
            <a:r>
              <a:rPr lang="en-IN" sz="1050" dirty="0">
                <a:solidFill>
                  <a:schemeClr val="dk1"/>
                </a:solidFill>
                <a:latin typeface="Sora"/>
                <a:ea typeface="Microsoft YaHei"/>
              </a:rPr>
              <a:t>This scoping review identifies that while RAG addresses medical LLM limitations like hallucinations and static knowledge, most current research relies on public datasets and "Naive RAG" architectures. To achieve clinical readiness, the field must shift toward rigorous clinical validation, private data integration, and improved oversight of safety and bias.</a:t>
            </a:r>
            <a:endParaRPr lang="en-IN" sz="1050" dirty="0">
              <a:solidFill>
                <a:srgbClr val="000000"/>
              </a:solidFill>
              <a:latin typeface="Sora"/>
            </a:endParaRPr>
          </a:p>
          <a:p>
            <a:pPr>
              <a:spcBef>
                <a:spcPts val="283"/>
              </a:spcBef>
              <a:spcAft>
                <a:spcPts val="283"/>
              </a:spcAft>
            </a:pPr>
            <a:endParaRPr lang="en-IN" sz="1050" b="0" u="none" strike="noStrike" dirty="0">
              <a:solidFill>
                <a:srgbClr val="000000"/>
              </a:solidFill>
              <a:effectLst/>
              <a:uFillTx/>
              <a:latin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4"/>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IN" sz="1800" b="0" u="none" strike="noStrike" dirty="0">
              <a:solidFill>
                <a:srgbClr val="000000"/>
              </a:solidFill>
              <a:effectLst/>
              <a:uFillTx/>
              <a:latin typeface="Arial"/>
            </a:endParaRPr>
          </a:p>
        </p:txBody>
      </p:sp>
      <p:sp>
        <p:nvSpPr>
          <p:cNvPr id="2" name="TextBox 1">
            <a:extLst>
              <a:ext uri="{FF2B5EF4-FFF2-40B4-BE49-F238E27FC236}">
                <a16:creationId xmlns:a16="http://schemas.microsoft.com/office/drawing/2014/main" id="{E0A10969-B158-98A3-827D-F87DB18E13BD}"/>
              </a:ext>
            </a:extLst>
          </p:cNvPr>
          <p:cNvSpPr txBox="1"/>
          <p:nvPr/>
        </p:nvSpPr>
        <p:spPr>
          <a:xfrm>
            <a:off x="332509" y="221673"/>
            <a:ext cx="8451273" cy="1777410"/>
          </a:xfrm>
          <a:prstGeom prst="rect">
            <a:avLst/>
          </a:prstGeom>
          <a:noFill/>
        </p:spPr>
        <p:txBody>
          <a:bodyPr wrap="square" rtlCol="0">
            <a:spAutoFit/>
          </a:bodyPr>
          <a:lstStyle/>
          <a:p>
            <a:pPr>
              <a:spcBef>
                <a:spcPts val="340"/>
              </a:spcBef>
              <a:spcAft>
                <a:spcPts val="283"/>
              </a:spcAft>
            </a:pPr>
            <a:r>
              <a:rPr lang="en-IN" sz="1050" b="1" u="sng" dirty="0">
                <a:solidFill>
                  <a:schemeClr val="dk1"/>
                </a:solidFill>
                <a:latin typeface="Sora"/>
              </a:rPr>
              <a:t>Harnessing LLMs for Medical Insights: NER Extraction from Summarized Medical Text</a:t>
            </a:r>
          </a:p>
          <a:p>
            <a:r>
              <a:rPr lang="en-IN" sz="1050" dirty="0"/>
              <a:t>Produce concise summaries on the unstructured medical data used LLMs like PEGASUS, T5 and GPT-3; with the outperformance on PEGASUS using evaluation metrics. Adopted NER model to extract the vital entities for classification in medical text. NER extraction of vital entities is useful </a:t>
            </a:r>
            <a:r>
              <a:rPr lang="en-IN" sz="1050"/>
              <a:t>for question-answering.</a:t>
            </a:r>
            <a:endParaRPr lang="en-IN" sz="1050" dirty="0"/>
          </a:p>
          <a:p>
            <a:endParaRPr lang="en-IN" sz="1050" dirty="0"/>
          </a:p>
          <a:p>
            <a:pPr>
              <a:spcBef>
                <a:spcPts val="340"/>
              </a:spcBef>
              <a:spcAft>
                <a:spcPts val="283"/>
              </a:spcAft>
            </a:pPr>
            <a:r>
              <a:rPr lang="en-IN" sz="1050" b="1" u="sng" dirty="0">
                <a:solidFill>
                  <a:schemeClr val="dk1"/>
                </a:solidFill>
                <a:latin typeface="Sora"/>
              </a:rPr>
              <a:t>Biomedical Chat Assistant with Personalized Document Reader Using </a:t>
            </a:r>
            <a:r>
              <a:rPr lang="en-IN" sz="1050" b="1" u="sng" dirty="0" err="1">
                <a:solidFill>
                  <a:schemeClr val="dk1"/>
                </a:solidFill>
                <a:latin typeface="Sora"/>
              </a:rPr>
              <a:t>BioMistral</a:t>
            </a:r>
            <a:r>
              <a:rPr lang="en-IN" sz="1050" b="1" u="sng" dirty="0">
                <a:solidFill>
                  <a:schemeClr val="dk1"/>
                </a:solidFill>
                <a:latin typeface="Sora"/>
              </a:rPr>
              <a:t> and RAG</a:t>
            </a:r>
          </a:p>
          <a:p>
            <a:r>
              <a:rPr lang="en-IN" sz="1050" dirty="0"/>
              <a:t>Biomedical Chat Assistant is developed which is equipped with a personalized reader for documents, using the capabilities provided by the pretrained </a:t>
            </a:r>
            <a:r>
              <a:rPr lang="en-IN" sz="1050" dirty="0" err="1"/>
              <a:t>BioMistral</a:t>
            </a:r>
            <a:r>
              <a:rPr lang="en-IN" sz="1050" dirty="0"/>
              <a:t> model and Retrieval-Augmented Generation techniques.</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Google Shape;174;p30" title="freepik__adjust__92215.jpeg"/>
          <p:cNvSpPr/>
          <p:nvPr/>
        </p:nvSpPr>
        <p:spPr>
          <a:xfrm>
            <a:off x="6249600" y="228600"/>
            <a:ext cx="2894040" cy="468576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OpenSymbol"/>
            </a:endParaRPr>
          </a:p>
        </p:txBody>
      </p:sp>
      <p:sp>
        <p:nvSpPr>
          <p:cNvPr id="89" name="PlaceHolder 1"/>
          <p:cNvSpPr>
            <a:spLocks noGrp="1"/>
          </p:cNvSpPr>
          <p:nvPr>
            <p:ph type="title"/>
          </p:nvPr>
        </p:nvSpPr>
        <p:spPr>
          <a:xfrm>
            <a:off x="228600" y="49680"/>
            <a:ext cx="4838040" cy="424080"/>
          </a:xfrm>
          <a:prstGeom prst="rect">
            <a:avLst/>
          </a:prstGeom>
          <a:noFill/>
          <a:ln w="0">
            <a:noFill/>
          </a:ln>
        </p:spPr>
        <p:txBody>
          <a:bodyPr lIns="91440" tIns="91440" rIns="91440" bIns="91440" anchor="t">
            <a:normAutofit fontScale="90000"/>
          </a:bodyPr>
          <a:lstStyle/>
          <a:p>
            <a:pPr indent="0" algn="l" defTabSz="914400">
              <a:lnSpc>
                <a:spcPct val="100000"/>
              </a:lnSpc>
              <a:buNone/>
              <a:tabLst>
                <a:tab pos="0" algn="l"/>
              </a:tabLst>
            </a:pPr>
            <a:r>
              <a:rPr lang="en-US" sz="2600" b="1" u="none" strike="noStrike" dirty="0">
                <a:solidFill>
                  <a:schemeClr val="dk1"/>
                </a:solidFill>
                <a:effectLst/>
                <a:uFillTx/>
                <a:latin typeface="Sora"/>
              </a:rPr>
              <a:t>Open Questions</a:t>
            </a:r>
            <a:endParaRPr lang="en-US" sz="2600" b="0" u="none" strike="noStrike" dirty="0">
              <a:solidFill>
                <a:schemeClr val="dk1"/>
              </a:solidFill>
              <a:effectLst/>
              <a:uFillTx/>
              <a:latin typeface="Arial"/>
            </a:endParaRPr>
          </a:p>
        </p:txBody>
      </p:sp>
      <p:sp>
        <p:nvSpPr>
          <p:cNvPr id="90" name="TextBox 3"/>
          <p:cNvSpPr/>
          <p:nvPr/>
        </p:nvSpPr>
        <p:spPr>
          <a:xfrm>
            <a:off x="228600" y="563760"/>
            <a:ext cx="5965560" cy="18144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buClr>
                <a:srgbClr val="000000"/>
              </a:buClr>
              <a:buFont typeface="Arial"/>
              <a:buChar char="•"/>
            </a:pPr>
            <a:r>
              <a:rPr lang="en-IN" sz="1400" b="0" u="none" strike="noStrike" dirty="0">
                <a:solidFill>
                  <a:schemeClr val="dk1"/>
                </a:solidFill>
                <a:effectLst/>
                <a:uFillTx/>
                <a:latin typeface="Sora"/>
              </a:rPr>
              <a:t>How do we connect all literature survey studies to define project scope and problem statement?</a:t>
            </a:r>
            <a:endParaRPr lang="en-IN" sz="14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400" b="0" u="none" strike="noStrike" dirty="0">
                <a:solidFill>
                  <a:schemeClr val="dk1"/>
                </a:solidFill>
                <a:effectLst/>
                <a:uFillTx/>
                <a:latin typeface="Sora"/>
              </a:rPr>
              <a:t>How to choose best suited models for fulfilling our project objectives? Should we do a comparative evaluation using several models?</a:t>
            </a:r>
          </a:p>
          <a:p>
            <a:pPr marL="285840" indent="-285840">
              <a:buClr>
                <a:srgbClr val="000000"/>
              </a:buClr>
              <a:buFont typeface="Arial"/>
              <a:buChar char="•"/>
            </a:pPr>
            <a:r>
              <a:rPr lang="en-US" sz="1400" dirty="0">
                <a:solidFill>
                  <a:schemeClr val="dk1"/>
                </a:solidFill>
                <a:latin typeface="Sora"/>
              </a:rPr>
              <a:t>What should be our next priority after completing literature review?</a:t>
            </a:r>
          </a:p>
          <a:p>
            <a:pPr marL="285840" indent="-285840">
              <a:buClr>
                <a:srgbClr val="000000"/>
              </a:buClr>
              <a:buFont typeface="Arial"/>
              <a:buChar char="•"/>
            </a:pPr>
            <a:r>
              <a:rPr lang="en-US" sz="1400" dirty="0">
                <a:solidFill>
                  <a:schemeClr val="dk1"/>
                </a:solidFill>
                <a:latin typeface="Sora"/>
              </a:rPr>
              <a:t>Where can we get the real dataset for unstructured medical data?</a:t>
            </a:r>
          </a:p>
          <a:p>
            <a:pPr marL="285840" indent="-285840">
              <a:buClr>
                <a:srgbClr val="000000"/>
              </a:buClr>
              <a:buFont typeface="Arial"/>
              <a:buChar char="•"/>
            </a:pPr>
            <a:r>
              <a:rPr lang="en-US" sz="1400" dirty="0">
                <a:solidFill>
                  <a:schemeClr val="dk1"/>
                </a:solidFill>
                <a:latin typeface="Sora"/>
              </a:rPr>
              <a:t>When can we update to Overleaf?</a:t>
            </a:r>
          </a:p>
          <a:p>
            <a:pPr marL="285840" indent="-285840">
              <a:buClr>
                <a:srgbClr val="000000"/>
              </a:buClr>
              <a:buFont typeface="Arial"/>
              <a:buChar char="•"/>
            </a:pPr>
            <a:r>
              <a:rPr lang="en-US" sz="1400" dirty="0">
                <a:solidFill>
                  <a:schemeClr val="dk1"/>
                </a:solidFill>
                <a:latin typeface="Sora"/>
              </a:rPr>
              <a:t>When is the last date to complete </a:t>
            </a:r>
            <a:r>
              <a:rPr lang="en-US" sz="1400">
                <a:solidFill>
                  <a:schemeClr val="dk1"/>
                </a:solidFill>
                <a:latin typeface="Sora"/>
              </a:rPr>
              <a:t>the Literature Survey?</a:t>
            </a:r>
            <a:endParaRPr lang="en-IN" sz="1400" dirty="0">
              <a:solidFill>
                <a:schemeClr val="dk1"/>
              </a:solidFill>
              <a:latin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oogle Shape;181;p31"/>
          <p:cNvPicPr/>
          <p:nvPr/>
        </p:nvPicPr>
        <p:blipFill>
          <a:blip r:embed="rId2"/>
          <a:srcRect t="5212" b="5204"/>
          <a:stretch/>
        </p:blipFill>
        <p:spPr>
          <a:xfrm>
            <a:off x="0" y="0"/>
            <a:ext cx="9143280" cy="5142600"/>
          </a:xfrm>
          <a:prstGeom prst="rect">
            <a:avLst/>
          </a:prstGeom>
          <a:noFill/>
          <a:ln w="0">
            <a:noFill/>
          </a:ln>
        </p:spPr>
      </p:pic>
      <p:grpSp>
        <p:nvGrpSpPr>
          <p:cNvPr id="92" name="Google Shape;182;p31"/>
          <p:cNvGrpSpPr/>
          <p:nvPr/>
        </p:nvGrpSpPr>
        <p:grpSpPr>
          <a:xfrm>
            <a:off x="477720" y="123752"/>
            <a:ext cx="5950581" cy="577517"/>
            <a:chOff x="84600" y="117000"/>
            <a:chExt cx="8737920" cy="694080"/>
          </a:xfrm>
        </p:grpSpPr>
        <p:sp>
          <p:nvSpPr>
            <p:cNvPr id="93" name="Google Shape;183;p31"/>
            <p:cNvSpPr/>
            <p:nvPr/>
          </p:nvSpPr>
          <p:spPr>
            <a:xfrm>
              <a:off x="84600" y="117000"/>
              <a:ext cx="8737920" cy="69408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endParaRPr lang="en-US" sz="1800" b="0" u="none" strike="noStrike" dirty="0">
                <a:solidFill>
                  <a:srgbClr val="000000"/>
                </a:solidFill>
                <a:effectLst/>
                <a:uFillTx/>
                <a:latin typeface="OpenSymbol"/>
              </a:endParaRPr>
            </a:p>
          </p:txBody>
        </p:sp>
        <p:sp>
          <p:nvSpPr>
            <p:cNvPr id="94" name="Google Shape;184;p31"/>
            <p:cNvSpPr/>
            <p:nvPr/>
          </p:nvSpPr>
          <p:spPr>
            <a:xfrm>
              <a:off x="281880" y="295560"/>
              <a:ext cx="195120" cy="1105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38880" rIns="90000" bIns="38880" anchor="ctr">
              <a:noAutofit/>
            </a:bodyPr>
            <a:lstStyle/>
            <a:p>
              <a:endParaRPr lang="en-US" sz="1800" b="0" u="none" strike="noStrike" dirty="0">
                <a:solidFill>
                  <a:srgbClr val="000000"/>
                </a:solidFill>
                <a:effectLst/>
                <a:uFillTx/>
                <a:latin typeface="OpenSymbol"/>
              </a:endParaRPr>
            </a:p>
          </p:txBody>
        </p:sp>
      </p:grpSp>
      <p:sp>
        <p:nvSpPr>
          <p:cNvPr id="95" name="PlaceHolder 1"/>
          <p:cNvSpPr>
            <a:spLocks noGrp="1"/>
          </p:cNvSpPr>
          <p:nvPr>
            <p:ph type="title"/>
          </p:nvPr>
        </p:nvSpPr>
        <p:spPr>
          <a:xfrm>
            <a:off x="477720" y="-91080"/>
            <a:ext cx="8060040" cy="994680"/>
          </a:xfrm>
          <a:prstGeom prst="rect">
            <a:avLst/>
          </a:prstGeom>
          <a:noFill/>
          <a:ln w="0">
            <a:noFill/>
          </a:ln>
        </p:spPr>
        <p:txBody>
          <a:bodyPr lIns="91440" tIns="91440" rIns="91440" bIns="91440" anchor="ctr">
            <a:normAutofit/>
          </a:bodyPr>
          <a:lstStyle/>
          <a:p>
            <a:pPr indent="0" algn="l" defTabSz="914400">
              <a:lnSpc>
                <a:spcPct val="100000"/>
              </a:lnSpc>
              <a:buNone/>
              <a:tabLst>
                <a:tab pos="0" algn="l"/>
              </a:tabLst>
            </a:pPr>
            <a:r>
              <a:rPr lang="en-US" sz="2600" b="1" u="none" strike="noStrike" dirty="0">
                <a:solidFill>
                  <a:schemeClr val="dk1"/>
                </a:solidFill>
                <a:effectLst/>
                <a:uFillTx/>
                <a:latin typeface="Sora"/>
                <a:ea typeface="Sora"/>
              </a:rPr>
              <a:t>Plan for upcoming week and next steps</a:t>
            </a:r>
            <a:endParaRPr lang="en-US" sz="2600" b="0" u="none" strike="noStrike" dirty="0">
              <a:solidFill>
                <a:schemeClr val="dk1"/>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4D775-6481-215B-AA3B-32B107C93A14}"/>
            </a:ext>
          </a:extLst>
        </p:cNvPr>
        <p:cNvGrpSpPr/>
        <p:nvPr/>
      </p:nvGrpSpPr>
      <p:grpSpPr>
        <a:xfrm>
          <a:off x="0" y="0"/>
          <a:ext cx="0" cy="0"/>
          <a:chOff x="0" y="0"/>
          <a:chExt cx="0" cy="0"/>
        </a:xfrm>
      </p:grpSpPr>
      <p:sp>
        <p:nvSpPr>
          <p:cNvPr id="85" name="Rectangle 4">
            <a:extLst>
              <a:ext uri="{FF2B5EF4-FFF2-40B4-BE49-F238E27FC236}">
                <a16:creationId xmlns:a16="http://schemas.microsoft.com/office/drawing/2014/main" id="{A27E94B3-10F6-2B3A-D017-16E329D79C22}"/>
              </a:ext>
            </a:extLst>
          </p:cNvPr>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IN" sz="1800" b="0" u="none" strike="noStrike" dirty="0">
              <a:solidFill>
                <a:srgbClr val="000000"/>
              </a:solidFill>
              <a:effectLst/>
              <a:uFillTx/>
              <a:latin typeface="Arial"/>
            </a:endParaRPr>
          </a:p>
        </p:txBody>
      </p:sp>
      <p:sp>
        <p:nvSpPr>
          <p:cNvPr id="86" name="Rectangle 5">
            <a:extLst>
              <a:ext uri="{FF2B5EF4-FFF2-40B4-BE49-F238E27FC236}">
                <a16:creationId xmlns:a16="http://schemas.microsoft.com/office/drawing/2014/main" id="{A51DEEC7-9DFE-4521-5295-C38ADB968F8B}"/>
              </a:ext>
            </a:extLst>
          </p:cNvPr>
          <p:cNvSpPr/>
          <p:nvPr/>
        </p:nvSpPr>
        <p:spPr>
          <a:xfrm>
            <a:off x="476280" y="1905120"/>
            <a:ext cx="8190720" cy="276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US" sz="12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07629BF5-4696-FF20-A836-7B7CC5DB74F6}"/>
              </a:ext>
            </a:extLst>
          </p:cNvPr>
          <p:cNvSpPr txBox="1"/>
          <p:nvPr/>
        </p:nvSpPr>
        <p:spPr>
          <a:xfrm>
            <a:off x="171881" y="110003"/>
            <a:ext cx="8690236" cy="1600438"/>
          </a:xfrm>
          <a:prstGeom prst="rect">
            <a:avLst/>
          </a:prstGeom>
          <a:noFill/>
        </p:spPr>
        <p:txBody>
          <a:bodyPr wrap="square" rtlCol="0">
            <a:spAutoFit/>
          </a:bodyPr>
          <a:lstStyle/>
          <a:p>
            <a:endParaRPr lang="en-US" sz="1400" dirty="0">
              <a:latin typeface="Sora"/>
            </a:endParaRPr>
          </a:p>
          <a:p>
            <a:endParaRPr lang="en-US" sz="1400" dirty="0">
              <a:latin typeface="Sora"/>
            </a:endParaRPr>
          </a:p>
          <a:p>
            <a:endParaRPr lang="en-US" sz="1400" dirty="0">
              <a:latin typeface="Sora"/>
            </a:endParaRPr>
          </a:p>
          <a:p>
            <a:pPr marL="285750" indent="-285750">
              <a:buFont typeface="Arial" panose="020B0604020202020204" pitchFamily="34" charset="0"/>
              <a:buChar char="•"/>
            </a:pPr>
            <a:r>
              <a:rPr lang="en-US" sz="1400" dirty="0">
                <a:latin typeface="Sora"/>
              </a:rPr>
              <a:t>Continue Literature Survey on relevant research papers and articles.</a:t>
            </a:r>
          </a:p>
          <a:p>
            <a:pPr marL="285750" indent="-285750">
              <a:buFont typeface="Arial" panose="020B0604020202020204" pitchFamily="34" charset="0"/>
              <a:buChar char="•"/>
            </a:pPr>
            <a:r>
              <a:rPr lang="en-US" sz="1400" dirty="0">
                <a:latin typeface="Sora"/>
              </a:rPr>
              <a:t>Search for topic related datasets.</a:t>
            </a:r>
          </a:p>
          <a:p>
            <a:pPr marL="285750" indent="-285750">
              <a:buFont typeface="Arial" panose="020B0604020202020204" pitchFamily="34" charset="0"/>
              <a:buChar char="•"/>
            </a:pPr>
            <a:r>
              <a:rPr lang="en-US" sz="1400" dirty="0">
                <a:latin typeface="Sora"/>
              </a:rPr>
              <a:t>Try defining the problem statement and scope for the project based on literature survey.</a:t>
            </a:r>
          </a:p>
          <a:p>
            <a:pPr marL="285750" indent="-285750">
              <a:buFont typeface="Arial" panose="020B0604020202020204" pitchFamily="34" charset="0"/>
              <a:buChar char="•"/>
            </a:pPr>
            <a:r>
              <a:rPr lang="en-US" sz="1400" dirty="0">
                <a:latin typeface="Sora"/>
              </a:rPr>
              <a:t>Identify challenges/gaps in existing researches and see of we can include them in our project scope.</a:t>
            </a:r>
            <a:endParaRPr lang="en-IN" sz="1400" dirty="0">
              <a:latin typeface="Sora"/>
            </a:endParaRPr>
          </a:p>
        </p:txBody>
      </p:sp>
    </p:spTree>
    <p:extLst>
      <p:ext uri="{BB962C8B-B14F-4D97-AF65-F5344CB8AC3E}">
        <p14:creationId xmlns:p14="http://schemas.microsoft.com/office/powerpoint/2010/main" val="1775701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5EEB-BE82-8E1C-8925-B230F59D38B7}"/>
              </a:ext>
            </a:extLst>
          </p:cNvPr>
          <p:cNvSpPr>
            <a:spLocks noGrp="1"/>
          </p:cNvSpPr>
          <p:nvPr>
            <p:ph type="title"/>
          </p:nvPr>
        </p:nvSpPr>
        <p:spPr/>
        <p:txBody>
          <a:bodyPr/>
          <a:lstStyle/>
          <a:p>
            <a:r>
              <a:rPr lang="en-US" dirty="0"/>
              <a:t>Key Accomplishments – 15/03</a:t>
            </a:r>
            <a:endParaRPr lang="en-IN" dirty="0"/>
          </a:p>
        </p:txBody>
      </p:sp>
      <p:sp>
        <p:nvSpPr>
          <p:cNvPr id="4" name="TextBox 3">
            <a:extLst>
              <a:ext uri="{FF2B5EF4-FFF2-40B4-BE49-F238E27FC236}">
                <a16:creationId xmlns:a16="http://schemas.microsoft.com/office/drawing/2014/main" id="{4F33BDAF-14E1-D7F9-77B7-4408A4B087BC}"/>
              </a:ext>
            </a:extLst>
          </p:cNvPr>
          <p:cNvSpPr txBox="1"/>
          <p:nvPr/>
        </p:nvSpPr>
        <p:spPr>
          <a:xfrm>
            <a:off x="228600" y="800640"/>
            <a:ext cx="7262091" cy="4524315"/>
          </a:xfrm>
          <a:prstGeom prst="rect">
            <a:avLst/>
          </a:prstGeom>
          <a:noFill/>
        </p:spPr>
        <p:txBody>
          <a:bodyPr wrap="square" rtlCol="0">
            <a:spAutoFit/>
          </a:bodyPr>
          <a:lstStyle/>
          <a:p>
            <a:pPr marL="285750" indent="-285750">
              <a:buFont typeface="Wingdings" panose="05000000000000000000" pitchFamily="2" charset="2"/>
              <a:buChar char="v"/>
            </a:pPr>
            <a:r>
              <a:rPr lang="en-US" dirty="0"/>
              <a:t>Literature survey of 50 articles encompassing the following framework/models,</a:t>
            </a:r>
          </a:p>
          <a:p>
            <a:endParaRPr lang="en-US" dirty="0"/>
          </a:p>
          <a:p>
            <a:pPr marL="742950" lvl="1" indent="-285750">
              <a:buFont typeface="Wingdings" panose="05000000000000000000" pitchFamily="2" charset="2"/>
              <a:buChar char="Ø"/>
            </a:pPr>
            <a:r>
              <a:rPr lang="en-US" dirty="0"/>
              <a:t>Different LLM models</a:t>
            </a:r>
          </a:p>
          <a:p>
            <a:pPr marL="742950" lvl="1" indent="-285750">
              <a:buFont typeface="Wingdings" panose="05000000000000000000" pitchFamily="2" charset="2"/>
              <a:buChar char="Ø"/>
            </a:pPr>
            <a:r>
              <a:rPr lang="en-US" dirty="0"/>
              <a:t>RAG framework for context-aware grounded output</a:t>
            </a:r>
          </a:p>
          <a:p>
            <a:pPr marL="742950" lvl="1" indent="-285750">
              <a:buFont typeface="Wingdings" panose="05000000000000000000" pitchFamily="2" charset="2"/>
              <a:buChar char="Ø"/>
            </a:pPr>
            <a:r>
              <a:rPr lang="en-US" dirty="0"/>
              <a:t>Information retrieval mechanisms</a:t>
            </a:r>
          </a:p>
          <a:p>
            <a:pPr marL="742950" lvl="1" indent="-285750">
              <a:buFont typeface="Wingdings" panose="05000000000000000000" pitchFamily="2" charset="2"/>
              <a:buChar char="Ø"/>
            </a:pPr>
            <a:r>
              <a:rPr lang="en-US" dirty="0"/>
              <a:t>User Interface and prompt template to display the summary of the unstructured medical data</a:t>
            </a:r>
          </a:p>
          <a:p>
            <a:pPr marL="742950" lvl="1" indent="-285750">
              <a:buFont typeface="Wingdings" panose="05000000000000000000" pitchFamily="2" charset="2"/>
              <a:buChar char="Ø"/>
            </a:pPr>
            <a:r>
              <a:rPr lang="en-US" dirty="0"/>
              <a:t>Evaluation metrics</a:t>
            </a:r>
          </a:p>
          <a:p>
            <a:pPr lvl="1"/>
            <a:endParaRPr lang="en-US" dirty="0"/>
          </a:p>
          <a:p>
            <a:pPr marL="285750" indent="-285750">
              <a:buFont typeface="Wingdings" panose="05000000000000000000" pitchFamily="2" charset="2"/>
              <a:buChar char="v"/>
            </a:pPr>
            <a:r>
              <a:rPr lang="en-US" dirty="0"/>
              <a:t>Introduction and Literature Survey in Overleaf for the first submission</a:t>
            </a:r>
          </a:p>
          <a:p>
            <a:pPr lvl="1"/>
            <a:endParaRPr lang="en-US" dirty="0"/>
          </a:p>
          <a:p>
            <a:pPr marL="285750" indent="-285750">
              <a:buFont typeface="Wingdings" panose="05000000000000000000" pitchFamily="2" charset="2"/>
              <a:buChar char="v"/>
            </a:pPr>
            <a:r>
              <a:rPr lang="en-US" dirty="0"/>
              <a:t>Initial draft of flow diagram</a:t>
            </a:r>
          </a:p>
          <a:p>
            <a:endParaRPr lang="en-US" dirty="0"/>
          </a:p>
          <a:p>
            <a:pPr marL="342900" indent="-342900">
              <a:buAutoNum type="arabicPeriod"/>
            </a:pPr>
            <a:endParaRPr lang="en-IN" dirty="0"/>
          </a:p>
        </p:txBody>
      </p:sp>
      <p:sp>
        <p:nvSpPr>
          <p:cNvPr id="5" name="TextBox 4">
            <a:extLst>
              <a:ext uri="{FF2B5EF4-FFF2-40B4-BE49-F238E27FC236}">
                <a16:creationId xmlns:a16="http://schemas.microsoft.com/office/drawing/2014/main" id="{85309AC9-CECE-3CE4-1CB8-4DBA05F6817D}"/>
              </a:ext>
            </a:extLst>
          </p:cNvPr>
          <p:cNvSpPr txBox="1"/>
          <p:nvPr/>
        </p:nvSpPr>
        <p:spPr>
          <a:xfrm>
            <a:off x="7917153" y="4545568"/>
            <a:ext cx="1320800" cy="369332"/>
          </a:xfrm>
          <a:prstGeom prst="rect">
            <a:avLst/>
          </a:prstGeom>
          <a:noFill/>
        </p:spPr>
        <p:txBody>
          <a:bodyPr wrap="square" rtlCol="0">
            <a:spAutoFit/>
          </a:bodyPr>
          <a:lstStyle/>
          <a:p>
            <a:r>
              <a:rPr lang="en-US" dirty="0"/>
              <a:t>15-Mar-26</a:t>
            </a:r>
            <a:endParaRPr lang="en-IN" dirty="0"/>
          </a:p>
        </p:txBody>
      </p:sp>
    </p:spTree>
    <p:extLst>
      <p:ext uri="{BB962C8B-B14F-4D97-AF65-F5344CB8AC3E}">
        <p14:creationId xmlns:p14="http://schemas.microsoft.com/office/powerpoint/2010/main" val="4213649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6702-6020-EFD9-5796-C82ACCCA10C1}"/>
              </a:ext>
            </a:extLst>
          </p:cNvPr>
          <p:cNvSpPr>
            <a:spLocks noGrp="1"/>
          </p:cNvSpPr>
          <p:nvPr>
            <p:ph type="title"/>
          </p:nvPr>
        </p:nvSpPr>
        <p:spPr>
          <a:xfrm>
            <a:off x="228960" y="77493"/>
            <a:ext cx="8686080" cy="572040"/>
          </a:xfrm>
        </p:spPr>
        <p:txBody>
          <a:bodyPr/>
          <a:lstStyle/>
          <a:p>
            <a:r>
              <a:rPr lang="en-US" dirty="0"/>
              <a:t>Healthcare Research Assistant Flow Diagram </a:t>
            </a:r>
            <a:endParaRPr lang="en-IN" dirty="0"/>
          </a:p>
        </p:txBody>
      </p:sp>
      <p:pic>
        <p:nvPicPr>
          <p:cNvPr id="4" name="Picture 3">
            <a:extLst>
              <a:ext uri="{FF2B5EF4-FFF2-40B4-BE49-F238E27FC236}">
                <a16:creationId xmlns:a16="http://schemas.microsoft.com/office/drawing/2014/main" id="{BE1E5D1E-7ACA-3C78-DCB1-4C4B9699D97F}"/>
              </a:ext>
            </a:extLst>
          </p:cNvPr>
          <p:cNvPicPr>
            <a:picLocks noChangeAspect="1"/>
          </p:cNvPicPr>
          <p:nvPr/>
        </p:nvPicPr>
        <p:blipFill>
          <a:blip r:embed="rId2"/>
          <a:stretch>
            <a:fillRect/>
          </a:stretch>
        </p:blipFill>
        <p:spPr>
          <a:xfrm>
            <a:off x="0" y="500713"/>
            <a:ext cx="9144000" cy="4642787"/>
          </a:xfrm>
          <a:prstGeom prst="rect">
            <a:avLst/>
          </a:prstGeom>
        </p:spPr>
      </p:pic>
    </p:spTree>
    <p:extLst>
      <p:ext uri="{BB962C8B-B14F-4D97-AF65-F5344CB8AC3E}">
        <p14:creationId xmlns:p14="http://schemas.microsoft.com/office/powerpoint/2010/main" val="23929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1FB1-86A0-D889-94EB-F2B2A6B0479E}"/>
              </a:ext>
            </a:extLst>
          </p:cNvPr>
          <p:cNvSpPr>
            <a:spLocks noGrp="1"/>
          </p:cNvSpPr>
          <p:nvPr>
            <p:ph type="title"/>
          </p:nvPr>
        </p:nvSpPr>
        <p:spPr/>
        <p:txBody>
          <a:bodyPr/>
          <a:lstStyle/>
          <a:p>
            <a:r>
              <a:rPr lang="en-US" dirty="0"/>
              <a:t>Next Steps</a:t>
            </a:r>
            <a:endParaRPr lang="en-IN" dirty="0"/>
          </a:p>
        </p:txBody>
      </p:sp>
      <p:sp>
        <p:nvSpPr>
          <p:cNvPr id="5" name="TextBox 4">
            <a:extLst>
              <a:ext uri="{FF2B5EF4-FFF2-40B4-BE49-F238E27FC236}">
                <a16:creationId xmlns:a16="http://schemas.microsoft.com/office/drawing/2014/main" id="{EF24DB7E-8A00-97A5-0C80-DEC14E81F08C}"/>
              </a:ext>
            </a:extLst>
          </p:cNvPr>
          <p:cNvSpPr txBox="1"/>
          <p:nvPr/>
        </p:nvSpPr>
        <p:spPr>
          <a:xfrm>
            <a:off x="591127" y="932873"/>
            <a:ext cx="6797964" cy="2092881"/>
          </a:xfrm>
          <a:prstGeom prst="rect">
            <a:avLst/>
          </a:prstGeom>
          <a:noFill/>
        </p:spPr>
        <p:txBody>
          <a:bodyPr wrap="square" rtlCol="0">
            <a:spAutoFit/>
          </a:bodyPr>
          <a:lstStyle/>
          <a:p>
            <a:pPr marL="285750" indent="-285750">
              <a:buFont typeface="Wingdings" panose="05000000000000000000" pitchFamily="2" charset="2"/>
              <a:buChar char="§"/>
            </a:pPr>
            <a:r>
              <a:rPr lang="en-US" sz="1600" dirty="0"/>
              <a:t>Work towards the Foundation chapter</a:t>
            </a:r>
          </a:p>
          <a:p>
            <a:endParaRPr lang="en-US" sz="1600" dirty="0"/>
          </a:p>
          <a:p>
            <a:pPr marL="742950" lvl="1" indent="-285750">
              <a:buFont typeface="Arial" panose="020B0604020202020204" pitchFamily="34" charset="0"/>
              <a:buChar char="•"/>
            </a:pPr>
            <a:r>
              <a:rPr lang="en-US" sz="1600" dirty="0"/>
              <a:t>Algorithm selection</a:t>
            </a:r>
          </a:p>
          <a:p>
            <a:pPr lvl="1"/>
            <a:endParaRPr lang="en-US" sz="1600" dirty="0"/>
          </a:p>
          <a:p>
            <a:pPr marL="742950" lvl="1" indent="-285750">
              <a:buFont typeface="Arial" panose="020B0604020202020204" pitchFamily="34" charset="0"/>
              <a:buChar char="•"/>
            </a:pPr>
            <a:r>
              <a:rPr lang="en-IN" sz="1600" dirty="0"/>
              <a:t>Real-time dataset/database for the unstructured medical data</a:t>
            </a:r>
          </a:p>
          <a:p>
            <a:pPr lvl="1"/>
            <a:endParaRPr lang="en-IN" sz="1600" dirty="0"/>
          </a:p>
          <a:p>
            <a:pPr marL="742950" lvl="1" indent="-285750">
              <a:buFont typeface="Arial" panose="020B0604020202020204" pitchFamily="34" charset="0"/>
              <a:buChar char="•"/>
            </a:pPr>
            <a:r>
              <a:rPr lang="en-IN" sz="1600" dirty="0"/>
              <a:t>User Interface for Question-Answering</a:t>
            </a:r>
          </a:p>
          <a:p>
            <a:pPr lvl="1"/>
            <a:endParaRPr lang="en-IN" dirty="0"/>
          </a:p>
        </p:txBody>
      </p:sp>
    </p:spTree>
    <p:extLst>
      <p:ext uri="{BB962C8B-B14F-4D97-AF65-F5344CB8AC3E}">
        <p14:creationId xmlns:p14="http://schemas.microsoft.com/office/powerpoint/2010/main" val="1693627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5452-6A9B-FCA5-D62A-9F2F0B3A8012}"/>
              </a:ext>
            </a:extLst>
          </p:cNvPr>
          <p:cNvSpPr>
            <a:spLocks noGrp="1"/>
          </p:cNvSpPr>
          <p:nvPr>
            <p:ph type="title"/>
          </p:nvPr>
        </p:nvSpPr>
        <p:spPr/>
        <p:txBody>
          <a:bodyPr/>
          <a:lstStyle/>
          <a:p>
            <a:r>
              <a:rPr lang="en-US" dirty="0"/>
              <a:t>Questions</a:t>
            </a:r>
            <a:endParaRPr lang="en-IN" dirty="0"/>
          </a:p>
        </p:txBody>
      </p:sp>
      <p:sp>
        <p:nvSpPr>
          <p:cNvPr id="4" name="TextBox 3">
            <a:extLst>
              <a:ext uri="{FF2B5EF4-FFF2-40B4-BE49-F238E27FC236}">
                <a16:creationId xmlns:a16="http://schemas.microsoft.com/office/drawing/2014/main" id="{242D9757-203C-2ADB-9078-7D0B9D0DCE56}"/>
              </a:ext>
            </a:extLst>
          </p:cNvPr>
          <p:cNvSpPr txBox="1"/>
          <p:nvPr/>
        </p:nvSpPr>
        <p:spPr>
          <a:xfrm>
            <a:off x="637309" y="800640"/>
            <a:ext cx="6493163" cy="4339650"/>
          </a:xfrm>
          <a:prstGeom prst="rect">
            <a:avLst/>
          </a:prstGeom>
          <a:noFill/>
        </p:spPr>
        <p:txBody>
          <a:bodyPr wrap="square" rtlCol="0">
            <a:spAutoFit/>
          </a:bodyPr>
          <a:lstStyle/>
          <a:p>
            <a:pPr marL="285750" indent="-285750">
              <a:buFont typeface="Arial" panose="020B0604020202020204" pitchFamily="34" charset="0"/>
              <a:buChar char="•"/>
            </a:pPr>
            <a:r>
              <a:rPr lang="en-US" sz="1600" dirty="0"/>
              <a:t>Any protocol to be followed to select?</a:t>
            </a:r>
          </a:p>
          <a:p>
            <a:endParaRPr lang="en-US" sz="1600" dirty="0"/>
          </a:p>
          <a:p>
            <a:pPr marL="742950" lvl="1" indent="-285750">
              <a:buFont typeface="Arial" panose="020B0604020202020204" pitchFamily="34" charset="0"/>
              <a:buChar char="•"/>
            </a:pPr>
            <a:r>
              <a:rPr lang="en-US" sz="1600" dirty="0"/>
              <a:t>Database/dataset</a:t>
            </a:r>
          </a:p>
          <a:p>
            <a:pPr marL="742950" lvl="1" indent="-285750">
              <a:buFont typeface="Arial" panose="020B0604020202020204" pitchFamily="34" charset="0"/>
              <a:buChar char="•"/>
            </a:pPr>
            <a:r>
              <a:rPr lang="en-US" sz="1600" dirty="0"/>
              <a:t>Algorithm/models, LLMs</a:t>
            </a:r>
          </a:p>
          <a:p>
            <a:pPr marL="742950" lvl="1" indent="-285750">
              <a:buFont typeface="Arial" panose="020B0604020202020204" pitchFamily="34" charset="0"/>
              <a:buChar char="•"/>
            </a:pPr>
            <a:r>
              <a:rPr lang="en-US" sz="1600" dirty="0"/>
              <a:t>Retrieval and search mechanisms </a:t>
            </a:r>
          </a:p>
          <a:p>
            <a:pPr lvl="1"/>
            <a:endParaRPr lang="en-US" sz="1600" dirty="0"/>
          </a:p>
          <a:p>
            <a:pPr marL="285750" indent="-285750">
              <a:buFont typeface="Wingdings" panose="05000000000000000000" pitchFamily="2" charset="2"/>
              <a:buChar char="§"/>
            </a:pPr>
            <a:r>
              <a:rPr lang="en-US" sz="1600" dirty="0"/>
              <a:t>Is there any upper limit for AI and Similarity score of the report content?</a:t>
            </a:r>
          </a:p>
          <a:p>
            <a:endParaRPr lang="en-US" sz="1600" dirty="0"/>
          </a:p>
          <a:p>
            <a:pPr marL="285750" indent="-285750">
              <a:buFont typeface="Wingdings" panose="05000000000000000000" pitchFamily="2" charset="2"/>
              <a:buChar char="§"/>
            </a:pPr>
            <a:r>
              <a:rPr lang="en-US" sz="1600" dirty="0"/>
              <a:t>Do we need to submit plagiarism report for entire chapter with every submission?</a:t>
            </a:r>
          </a:p>
          <a:p>
            <a:endParaRPr lang="en-US" sz="1600" dirty="0"/>
          </a:p>
          <a:p>
            <a:pPr marL="285750" indent="-285750">
              <a:buFont typeface="Wingdings" panose="05000000000000000000" pitchFamily="2" charset="2"/>
              <a:buChar char="§"/>
            </a:pPr>
            <a:r>
              <a:rPr lang="en-US" sz="1600" dirty="0"/>
              <a:t>Is </a:t>
            </a:r>
            <a:r>
              <a:rPr lang="en-US" sz="1600" dirty="0" err="1"/>
              <a:t>BioMistral</a:t>
            </a:r>
            <a:r>
              <a:rPr lang="en-US" sz="1600" dirty="0"/>
              <a:t> a good choice of LLM for our project?</a:t>
            </a:r>
          </a:p>
          <a:p>
            <a:endParaRPr lang="en-US" sz="1600" dirty="0"/>
          </a:p>
          <a:p>
            <a:pPr marL="285750" indent="-285750">
              <a:buFont typeface="Wingdings" panose="05000000000000000000" pitchFamily="2" charset="2"/>
              <a:buChar char="§"/>
            </a:pPr>
            <a:r>
              <a:rPr lang="en-US" sz="1600" dirty="0"/>
              <a:t>When should we start coding?</a:t>
            </a:r>
            <a:endParaRPr lang="en-IN" sz="1600" dirty="0"/>
          </a:p>
          <a:p>
            <a:pPr marL="742950" lvl="1" indent="-285750">
              <a:buFont typeface="Arial" panose="020B0604020202020204" pitchFamily="34" charset="0"/>
              <a:buChar char="•"/>
            </a:pPr>
            <a:endParaRPr lang="en-IN" dirty="0"/>
          </a:p>
          <a:p>
            <a:pPr lvl="1"/>
            <a:endParaRPr lang="en-IN" dirty="0"/>
          </a:p>
        </p:txBody>
      </p:sp>
    </p:spTree>
    <p:extLst>
      <p:ext uri="{BB962C8B-B14F-4D97-AF65-F5344CB8AC3E}">
        <p14:creationId xmlns:p14="http://schemas.microsoft.com/office/powerpoint/2010/main" val="2863195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3AEE-EBA3-885B-A9A5-316B09A8F588}"/>
              </a:ext>
            </a:extLst>
          </p:cNvPr>
          <p:cNvSpPr>
            <a:spLocks noGrp="1"/>
          </p:cNvSpPr>
          <p:nvPr>
            <p:ph type="title"/>
          </p:nvPr>
        </p:nvSpPr>
        <p:spPr/>
        <p:txBody>
          <a:bodyPr/>
          <a:lstStyle/>
          <a:p>
            <a:r>
              <a:rPr lang="en-US" dirty="0"/>
              <a:t>Key Accomplishments – 05/04</a:t>
            </a:r>
            <a:endParaRPr lang="en-IN" dirty="0"/>
          </a:p>
        </p:txBody>
      </p:sp>
      <p:sp>
        <p:nvSpPr>
          <p:cNvPr id="3" name="Text Placeholder 2">
            <a:extLst>
              <a:ext uri="{FF2B5EF4-FFF2-40B4-BE49-F238E27FC236}">
                <a16:creationId xmlns:a16="http://schemas.microsoft.com/office/drawing/2014/main" id="{5D1D1F73-4942-F49C-7BAA-8C9838B40E66}"/>
              </a:ext>
            </a:extLst>
          </p:cNvPr>
          <p:cNvSpPr>
            <a:spLocks noGrp="1"/>
          </p:cNvSpPr>
          <p:nvPr>
            <p:ph type="body"/>
          </p:nvPr>
        </p:nvSpPr>
        <p:spPr>
          <a:xfrm>
            <a:off x="228600" y="674255"/>
            <a:ext cx="8148782" cy="3518760"/>
          </a:xfrm>
        </p:spPr>
        <p:txBody>
          <a:bodyPr/>
          <a:lstStyle/>
          <a:p>
            <a:pPr marL="285750" indent="-285750">
              <a:lnSpc>
                <a:spcPct val="150000"/>
              </a:lnSpc>
              <a:buFont typeface="Wingdings" panose="05000000000000000000" pitchFamily="2" charset="2"/>
              <a:buChar char="v"/>
            </a:pPr>
            <a:r>
              <a:rPr lang="en-US" sz="1800" dirty="0"/>
              <a:t>Completed Literature Survey</a:t>
            </a:r>
          </a:p>
          <a:p>
            <a:pPr marL="285750" indent="-285750">
              <a:lnSpc>
                <a:spcPct val="150000"/>
              </a:lnSpc>
              <a:buFont typeface="Wingdings" panose="05000000000000000000" pitchFamily="2" charset="2"/>
              <a:buChar char="v"/>
            </a:pPr>
            <a:r>
              <a:rPr lang="en-US" sz="1800" dirty="0"/>
              <a:t>Submitted for Plagiarism</a:t>
            </a:r>
          </a:p>
          <a:p>
            <a:pPr lvl="4">
              <a:lnSpc>
                <a:spcPct val="150000"/>
              </a:lnSpc>
            </a:pPr>
            <a:r>
              <a:rPr lang="en-US" dirty="0"/>
              <a:t>	- AI score &lt; 20%</a:t>
            </a:r>
          </a:p>
          <a:p>
            <a:pPr lvl="4">
              <a:lnSpc>
                <a:spcPct val="150000"/>
              </a:lnSpc>
            </a:pPr>
            <a:r>
              <a:rPr lang="en-US" dirty="0"/>
              <a:t>	- Similarity score = 10%</a:t>
            </a:r>
            <a:endParaRPr lang="en-IN" dirty="0"/>
          </a:p>
          <a:p>
            <a:pPr marL="285750" indent="-285750">
              <a:lnSpc>
                <a:spcPct val="150000"/>
              </a:lnSpc>
              <a:buFont typeface="Wingdings" panose="05000000000000000000" pitchFamily="2" charset="2"/>
              <a:buChar char="v"/>
            </a:pPr>
            <a:r>
              <a:rPr lang="en-IN" sz="1800" dirty="0"/>
              <a:t>Started with the Foundation Chapter</a:t>
            </a:r>
          </a:p>
          <a:p>
            <a:pPr marL="285750" indent="-285750">
              <a:lnSpc>
                <a:spcPct val="150000"/>
              </a:lnSpc>
              <a:buFont typeface="Wingdings" panose="05000000000000000000" pitchFamily="2" charset="2"/>
              <a:buChar char="v"/>
            </a:pPr>
            <a:r>
              <a:rPr lang="en-IN" sz="1800" dirty="0"/>
              <a:t>Collating the research on </a:t>
            </a:r>
            <a:r>
              <a:rPr lang="en-IN" sz="1800" dirty="0" err="1"/>
              <a:t>BioMistral</a:t>
            </a:r>
            <a:endParaRPr lang="en-IN" sz="1800" dirty="0"/>
          </a:p>
          <a:p>
            <a:pPr lvl="1">
              <a:lnSpc>
                <a:spcPct val="150000"/>
              </a:lnSpc>
            </a:pPr>
            <a:r>
              <a:rPr lang="en-IN" dirty="0"/>
              <a:t>       -</a:t>
            </a:r>
            <a:r>
              <a:rPr lang="en-IN" sz="1800" dirty="0"/>
              <a:t> Finding is adapting </a:t>
            </a:r>
            <a:r>
              <a:rPr lang="en-IN" sz="1800" dirty="0" err="1"/>
              <a:t>LoRA</a:t>
            </a:r>
            <a:r>
              <a:rPr lang="en-IN" sz="1800" dirty="0"/>
              <a:t> for fine-tuning the attention layer that can run on a local machine with the available hardware. Fine-tuning by adding the Low Rank matrices rather than changing the original parameters.</a:t>
            </a:r>
          </a:p>
          <a:p>
            <a:pPr marL="285750" lvl="1" indent="-285750">
              <a:lnSpc>
                <a:spcPct val="150000"/>
              </a:lnSpc>
              <a:buFont typeface="Wingdings" panose="05000000000000000000" pitchFamily="2" charset="2"/>
              <a:buChar char="v"/>
            </a:pPr>
            <a:r>
              <a:rPr lang="en-IN" sz="1800" dirty="0"/>
              <a:t>Datasets/PDFs collected from PubMed </a:t>
            </a:r>
          </a:p>
        </p:txBody>
      </p:sp>
    </p:spTree>
    <p:extLst>
      <p:ext uri="{BB962C8B-B14F-4D97-AF65-F5344CB8AC3E}">
        <p14:creationId xmlns:p14="http://schemas.microsoft.com/office/powerpoint/2010/main" val="1987771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6CC1-A9DE-F91F-6BCE-72F567C98680}"/>
              </a:ext>
            </a:extLst>
          </p:cNvPr>
          <p:cNvSpPr>
            <a:spLocks noGrp="1"/>
          </p:cNvSpPr>
          <p:nvPr>
            <p:ph type="title"/>
          </p:nvPr>
        </p:nvSpPr>
        <p:spPr/>
        <p:txBody>
          <a:bodyPr/>
          <a:lstStyle/>
          <a:p>
            <a:r>
              <a:rPr lang="en-US" dirty="0"/>
              <a:t>Next Steps:</a:t>
            </a:r>
            <a:endParaRPr lang="en-IN" dirty="0"/>
          </a:p>
        </p:txBody>
      </p:sp>
      <p:sp>
        <p:nvSpPr>
          <p:cNvPr id="3" name="Text Placeholder 2">
            <a:extLst>
              <a:ext uri="{FF2B5EF4-FFF2-40B4-BE49-F238E27FC236}">
                <a16:creationId xmlns:a16="http://schemas.microsoft.com/office/drawing/2014/main" id="{86F720CA-F585-4ADF-3E03-8DDC85AF9928}"/>
              </a:ext>
            </a:extLst>
          </p:cNvPr>
          <p:cNvSpPr>
            <a:spLocks noGrp="1"/>
          </p:cNvSpPr>
          <p:nvPr>
            <p:ph type="body"/>
          </p:nvPr>
        </p:nvSpPr>
        <p:spPr>
          <a:xfrm>
            <a:off x="228600" y="1191491"/>
            <a:ext cx="7493000" cy="3546469"/>
          </a:xfrm>
        </p:spPr>
        <p:txBody>
          <a:bodyPr/>
          <a:lstStyle/>
          <a:p>
            <a:pPr marL="285750" indent="-285750">
              <a:lnSpc>
                <a:spcPct val="200000"/>
              </a:lnSpc>
              <a:buFont typeface="Wingdings" panose="05000000000000000000" pitchFamily="2" charset="2"/>
              <a:buChar char="q"/>
            </a:pPr>
            <a:r>
              <a:rPr lang="en-US" sz="1800" dirty="0"/>
              <a:t>Continue with the Foundation Chapter </a:t>
            </a:r>
          </a:p>
          <a:p>
            <a:pPr marL="285750" indent="-285750">
              <a:lnSpc>
                <a:spcPct val="200000"/>
              </a:lnSpc>
              <a:buFont typeface="Wingdings" panose="05000000000000000000" pitchFamily="2" charset="2"/>
              <a:buChar char="q"/>
            </a:pPr>
            <a:r>
              <a:rPr lang="en-US" sz="1800" dirty="0"/>
              <a:t>Work on the PDF documents, pre-processing steps</a:t>
            </a:r>
          </a:p>
          <a:p>
            <a:pPr marL="285750" indent="-285750">
              <a:lnSpc>
                <a:spcPct val="200000"/>
              </a:lnSpc>
              <a:buFont typeface="Wingdings" panose="05000000000000000000" pitchFamily="2" charset="2"/>
              <a:buChar char="q"/>
            </a:pPr>
            <a:r>
              <a:rPr lang="en-US" sz="1800" dirty="0"/>
              <a:t>Submit the Literature Survey from the Olympus tool</a:t>
            </a:r>
            <a:endParaRPr lang="en-IN" sz="1800" dirty="0"/>
          </a:p>
        </p:txBody>
      </p:sp>
    </p:spTree>
    <p:extLst>
      <p:ext uri="{BB962C8B-B14F-4D97-AF65-F5344CB8AC3E}">
        <p14:creationId xmlns:p14="http://schemas.microsoft.com/office/powerpoint/2010/main" val="3633892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335FA-CC92-7550-7309-FE6241A0EBFD}"/>
              </a:ext>
            </a:extLst>
          </p:cNvPr>
          <p:cNvSpPr>
            <a:spLocks noGrp="1"/>
          </p:cNvSpPr>
          <p:nvPr>
            <p:ph type="title"/>
          </p:nvPr>
        </p:nvSpPr>
        <p:spPr/>
        <p:txBody>
          <a:bodyPr/>
          <a:lstStyle/>
          <a:p>
            <a:r>
              <a:rPr lang="en-US" dirty="0"/>
              <a:t>Questions:</a:t>
            </a:r>
            <a:endParaRPr lang="en-IN" dirty="0"/>
          </a:p>
        </p:txBody>
      </p:sp>
      <p:sp>
        <p:nvSpPr>
          <p:cNvPr id="3" name="Text Placeholder 2">
            <a:extLst>
              <a:ext uri="{FF2B5EF4-FFF2-40B4-BE49-F238E27FC236}">
                <a16:creationId xmlns:a16="http://schemas.microsoft.com/office/drawing/2014/main" id="{66B5E3AC-923E-BE42-B796-62416644E14B}"/>
              </a:ext>
            </a:extLst>
          </p:cNvPr>
          <p:cNvSpPr>
            <a:spLocks noGrp="1"/>
          </p:cNvSpPr>
          <p:nvPr>
            <p:ph type="body"/>
          </p:nvPr>
        </p:nvSpPr>
        <p:spPr>
          <a:xfrm>
            <a:off x="228599" y="1237673"/>
            <a:ext cx="8037945" cy="3500287"/>
          </a:xfrm>
        </p:spPr>
        <p:txBody>
          <a:bodyPr/>
          <a:lstStyle/>
          <a:p>
            <a:pPr marL="457200" indent="-457200">
              <a:lnSpc>
                <a:spcPct val="150000"/>
              </a:lnSpc>
              <a:buFont typeface="Wingdings" panose="05000000000000000000" pitchFamily="2" charset="2"/>
              <a:buChar char="Ø"/>
            </a:pPr>
            <a:r>
              <a:rPr lang="en-US" sz="1800" dirty="0"/>
              <a:t>Can we continue with the </a:t>
            </a:r>
            <a:r>
              <a:rPr lang="en-US" sz="1800" dirty="0" err="1"/>
              <a:t>LoRA</a:t>
            </a:r>
            <a:r>
              <a:rPr lang="en-US" sz="1800" dirty="0"/>
              <a:t>/</a:t>
            </a:r>
            <a:r>
              <a:rPr lang="en-US" sz="1800" dirty="0" err="1"/>
              <a:t>QLoRA</a:t>
            </a:r>
            <a:r>
              <a:rPr lang="en-US" sz="1800" dirty="0"/>
              <a:t> approach for fine-tuning?</a:t>
            </a:r>
          </a:p>
          <a:p>
            <a:pPr marL="457200" indent="-457200">
              <a:lnSpc>
                <a:spcPct val="150000"/>
              </a:lnSpc>
              <a:buFont typeface="Wingdings" panose="05000000000000000000" pitchFamily="2" charset="2"/>
              <a:buChar char="Ø"/>
            </a:pPr>
            <a:r>
              <a:rPr lang="en-US" sz="1800" dirty="0"/>
              <a:t>Can we use </a:t>
            </a:r>
            <a:r>
              <a:rPr lang="en-US" sz="1800" dirty="0" err="1"/>
              <a:t>PubMeb</a:t>
            </a:r>
            <a:r>
              <a:rPr lang="en-US" sz="1800" dirty="0"/>
              <a:t> dataset that is in PDF or convert into text format?</a:t>
            </a:r>
            <a:endParaRPr lang="en-IN" sz="1800" dirty="0"/>
          </a:p>
        </p:txBody>
      </p:sp>
    </p:spTree>
    <p:extLst>
      <p:ext uri="{BB962C8B-B14F-4D97-AF65-F5344CB8AC3E}">
        <p14:creationId xmlns:p14="http://schemas.microsoft.com/office/powerpoint/2010/main" val="863586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142870" y="1371376"/>
            <a:ext cx="6562080" cy="615553"/>
          </a:xfrm>
          <a:prstGeom prst="rect">
            <a:avLst/>
          </a:prstGeom>
          <a:noFill/>
          <a:ln w="0">
            <a:noFill/>
          </a:ln>
        </p:spPr>
        <p:txBody>
          <a:bodyPr wrap="square" lIns="91440" tIns="91440" rIns="91440" bIns="91440" anchor="b">
            <a:spAutoFit/>
          </a:bodyPr>
          <a:lstStyle/>
          <a:p>
            <a:pPr indent="0" algn="ctr" defTabSz="914400">
              <a:lnSpc>
                <a:spcPct val="100000"/>
              </a:lnSpc>
              <a:buNone/>
              <a:tabLst>
                <a:tab pos="0" algn="l"/>
              </a:tabLst>
            </a:pPr>
            <a:r>
              <a:rPr lang="en" sz="2800" b="1" u="none" strike="noStrike" dirty="0">
                <a:solidFill>
                  <a:schemeClr val="dk1"/>
                </a:solidFill>
                <a:effectLst/>
                <a:uFillTx/>
                <a:latin typeface="Sora"/>
                <a:ea typeface="Sora"/>
              </a:rPr>
              <a:t>Thank you</a:t>
            </a:r>
            <a:endParaRPr lang="en-US" sz="2800" b="0" u="none" strike="noStrike" dirty="0">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386</TotalTime>
  <Words>1224</Words>
  <Application>Microsoft Office PowerPoint</Application>
  <PresentationFormat>On-screen Show (16:9)</PresentationFormat>
  <Paragraphs>113</Paragraphs>
  <Slides>17</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17</vt:i4>
      </vt:variant>
    </vt:vector>
  </HeadingPairs>
  <TitlesOfParts>
    <vt:vector size="26" baseType="lpstr">
      <vt:lpstr>Arial</vt:lpstr>
      <vt:lpstr>OpenSymbol</vt:lpstr>
      <vt:lpstr>Public Sans</vt:lpstr>
      <vt:lpstr>Sora</vt:lpstr>
      <vt:lpstr>Symbol</vt:lpstr>
      <vt:lpstr>Wingdings</vt:lpstr>
      <vt:lpstr>Tech Startup by Slidesgo</vt:lpstr>
      <vt:lpstr>Slidesgo Final Pages</vt:lpstr>
      <vt:lpstr>1_Tech Startup by Slidesgo</vt:lpstr>
      <vt:lpstr>An AI Agent for Rapid Evidence-Based Clinical Research Support</vt:lpstr>
      <vt:lpstr>Overview</vt:lpstr>
      <vt:lpstr>PowerPoint Presentation</vt:lpstr>
      <vt:lpstr>PowerPoint Presentation</vt:lpstr>
      <vt:lpstr>PowerPoint Presentation</vt:lpstr>
      <vt:lpstr>PowerPoint Presentation</vt:lpstr>
      <vt:lpstr>Open Questions</vt:lpstr>
      <vt:lpstr>Plan for upcoming week and next steps</vt:lpstr>
      <vt:lpstr>PowerPoint Presentation</vt:lpstr>
      <vt:lpstr>Key Accomplishments – 15/03</vt:lpstr>
      <vt:lpstr>Healthcare Research Assistant Flow Diagram </vt:lpstr>
      <vt:lpstr>Next Steps</vt:lpstr>
      <vt:lpstr>Questions</vt:lpstr>
      <vt:lpstr>Key Accomplishments – 05/04</vt:lpstr>
      <vt:lpstr>Next Steps:</vt:lpstr>
      <vt:lpstr>Questions: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dc:description/>
  <cp:lastModifiedBy>Narasimha Prasanna</cp:lastModifiedBy>
  <cp:revision>23</cp:revision>
  <dcterms:created xsi:type="dcterms:W3CDTF">2026-02-21T07:41:51Z</dcterms:created>
  <dcterms:modified xsi:type="dcterms:W3CDTF">2026-04-05T09:57:14Z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r8>9</vt:r8>
  </property>
</Properties>
</file>